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72" r:id="rId4"/>
  </p:sldMasterIdLst>
  <p:notesMasterIdLst>
    <p:notesMasterId r:id="rId21"/>
  </p:notesMasterIdLst>
  <p:handoutMasterIdLst>
    <p:handoutMasterId r:id="rId22"/>
  </p:handoutMasterIdLst>
  <p:sldIdLst>
    <p:sldId id="256" r:id="rId5"/>
    <p:sldId id="729" r:id="rId6"/>
    <p:sldId id="749" r:id="rId7"/>
    <p:sldId id="312" r:id="rId8"/>
    <p:sldId id="336" r:id="rId9"/>
    <p:sldId id="761" r:id="rId10"/>
    <p:sldId id="331" r:id="rId11"/>
    <p:sldId id="313" r:id="rId12"/>
    <p:sldId id="332" r:id="rId13"/>
    <p:sldId id="314" r:id="rId14"/>
    <p:sldId id="333" r:id="rId15"/>
    <p:sldId id="334" r:id="rId16"/>
    <p:sldId id="335" r:id="rId17"/>
    <p:sldId id="763" r:id="rId18"/>
    <p:sldId id="764" r:id="rId19"/>
    <p:sldId id="26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8" userDrawn="1">
          <p15:clr>
            <a:srgbClr val="A4A3A4"/>
          </p15:clr>
        </p15:guide>
        <p15:guide id="2" pos="388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87615B"/>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59" autoAdjust="0"/>
    <p:restoredTop sz="87356" autoAdjust="0"/>
  </p:normalViewPr>
  <p:slideViewPr>
    <p:cSldViewPr snapToGrid="0">
      <p:cViewPr varScale="1">
        <p:scale>
          <a:sx n="64" d="100"/>
          <a:sy n="64" d="100"/>
        </p:scale>
        <p:origin x="1301" y="278"/>
      </p:cViewPr>
      <p:guideLst>
        <p:guide orient="horz" pos="3048"/>
        <p:guide pos="3888"/>
      </p:guideLst>
    </p:cSldViewPr>
  </p:slideViewPr>
  <p:notesTextViewPr>
    <p:cViewPr>
      <p:scale>
        <a:sx n="1" d="1"/>
        <a:sy n="1" d="1"/>
      </p:scale>
      <p:origin x="0" y="0"/>
    </p:cViewPr>
  </p:notesTextViewPr>
  <p:sorterViewPr>
    <p:cViewPr>
      <p:scale>
        <a:sx n="110" d="100"/>
        <a:sy n="110" d="100"/>
      </p:scale>
      <p:origin x="0" y="-10456"/>
    </p:cViewPr>
  </p:sorterViewPr>
  <p:notesViewPr>
    <p:cSldViewPr snapToGrid="0">
      <p:cViewPr varScale="1">
        <p:scale>
          <a:sx n="53" d="100"/>
          <a:sy n="53" d="100"/>
        </p:scale>
        <p:origin x="2844"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44646B-21C0-410B-BA17-64C59EB2927D}"/>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289392C-F5C5-4C38-94CE-455C7F402790}"/>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FC7C4E2E-64C6-46E6-9EEF-ED611B6593D1}" type="datetime1">
              <a:rPr lang="en-US" smtClean="0"/>
              <a:t>11/27/2025</a:t>
            </a:fld>
            <a:endParaRPr lang="en-US" dirty="0"/>
          </a:p>
        </p:txBody>
      </p:sp>
      <p:sp>
        <p:nvSpPr>
          <p:cNvPr id="4" name="Footer Placeholder 3">
            <a:extLst>
              <a:ext uri="{FF2B5EF4-FFF2-40B4-BE49-F238E27FC236}">
                <a16:creationId xmlns:a16="http://schemas.microsoft.com/office/drawing/2014/main" id="{A62F3D2C-86D2-4CEA-B1B8-750885E16DD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DR YASSER ELAWADY</a:t>
            </a:r>
            <a:endParaRPr lang="en-US" dirty="0"/>
          </a:p>
        </p:txBody>
      </p:sp>
      <p:sp>
        <p:nvSpPr>
          <p:cNvPr id="5" name="Slide Number Placeholder 4">
            <a:extLst>
              <a:ext uri="{FF2B5EF4-FFF2-40B4-BE49-F238E27FC236}">
                <a16:creationId xmlns:a16="http://schemas.microsoft.com/office/drawing/2014/main" id="{EA6D5F72-69F2-4B4B-A943-B04C4B1E36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3BEBA49-8001-49C3-9348-74483362155A}" type="slidenum">
              <a:rPr lang="en-US" smtClean="0"/>
              <a:t>‹#›</a:t>
            </a:fld>
            <a:endParaRPr lang="en-US" dirty="0"/>
          </a:p>
        </p:txBody>
      </p:sp>
    </p:spTree>
    <p:extLst>
      <p:ext uri="{BB962C8B-B14F-4D97-AF65-F5344CB8AC3E}">
        <p14:creationId xmlns:p14="http://schemas.microsoft.com/office/powerpoint/2010/main" val="274790609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5E2890AD-4ACA-408F-94CA-F364FF72F1B8}" type="datetime1">
              <a:rPr lang="en-US" smtClean="0"/>
              <a:t>11/27/2025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DR YASSER ELAWADY</a:t>
            </a: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3F15BC-4AA1-41C4-8C26-91A7E3BB93DC}" type="slidenum">
              <a:rPr lang="en-US" smtClean="0"/>
              <a:t>‹#›</a:t>
            </a:fld>
            <a:endParaRPr lang="en-US" dirty="0"/>
          </a:p>
        </p:txBody>
      </p:sp>
    </p:spTree>
    <p:extLst>
      <p:ext uri="{BB962C8B-B14F-4D97-AF65-F5344CB8AC3E}">
        <p14:creationId xmlns:p14="http://schemas.microsoft.com/office/powerpoint/2010/main" val="1413467686"/>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1</a:t>
            </a:fld>
            <a:endParaRPr lang="en-US" dirty="0"/>
          </a:p>
        </p:txBody>
      </p:sp>
      <p:sp>
        <p:nvSpPr>
          <p:cNvPr id="6" name="Footer Placeholder 5"/>
          <p:cNvSpPr>
            <a:spLocks noGrp="1"/>
          </p:cNvSpPr>
          <p:nvPr>
            <p:ph type="ftr" sz="quarter" idx="11"/>
          </p:nvPr>
        </p:nvSpPr>
        <p:spPr/>
        <p:txBody>
          <a:bodyPr/>
          <a:lstStyle/>
          <a:p>
            <a:r>
              <a:rPr lang="en-US"/>
              <a:t>DR YASSER ELAWADY</a:t>
            </a:r>
            <a:endParaRPr lang="en-US" dirty="0"/>
          </a:p>
        </p:txBody>
      </p:sp>
    </p:spTree>
    <p:extLst>
      <p:ext uri="{BB962C8B-B14F-4D97-AF65-F5344CB8AC3E}">
        <p14:creationId xmlns:p14="http://schemas.microsoft.com/office/powerpoint/2010/main" val="4150052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ChangeArrowheads="1" noTextEdit="1"/>
          </p:cNvSpPr>
          <p:nvPr>
            <p:ph type="sldImg"/>
          </p:nvPr>
        </p:nvSpPr>
        <p:spPr>
          <a:xfrm>
            <a:off x="217488" y="812800"/>
            <a:ext cx="7124700" cy="4008438"/>
          </a:xfrm>
          <a:ln/>
        </p:spPr>
        <p:txBody>
          <a:bodyPr/>
          <a:lstStyle/>
          <a:p>
            <a:endParaRPr lang="en-US"/>
          </a:p>
        </p:txBody>
      </p:sp>
      <p:sp>
        <p:nvSpPr>
          <p:cNvPr id="24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5724400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5" name="Google Shape;115;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8448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xfrm>
            <a:off x="3886200" y="8686800"/>
            <a:ext cx="29718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defRPr sz="2000">
                <a:solidFill>
                  <a:schemeClr val="tx1"/>
                </a:solidFill>
                <a:latin typeface="Verdana" panose="020B0604030504040204" pitchFamily="34" charset="0"/>
                <a:cs typeface="Times New Roman" panose="02020603050405020304" pitchFamily="18" charset="0"/>
              </a:defRPr>
            </a:lvl3pPr>
            <a:lvl4pPr marL="1600200" indent="-228600" eaLnBrk="0" hangingPunct="0">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fld id="{D61D3404-E9DB-49AA-BCD6-469940BBAA55}" type="slidenum">
              <a:rPr lang="en-US" sz="1200">
                <a:latin typeface="Times New Roman" panose="02020603050405020304" pitchFamily="18" charset="0"/>
              </a:rPr>
              <a:pPr/>
              <a:t>4</a:t>
            </a:fld>
            <a:endParaRPr lang="en-US" sz="1200">
              <a:latin typeface="Times New Roman" panose="02020603050405020304" pitchFamily="18" charset="0"/>
            </a:endParaRPr>
          </a:p>
        </p:txBody>
      </p:sp>
      <p:sp>
        <p:nvSpPr>
          <p:cNvPr id="44035" name="Text Box 2"/>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defRPr sz="2000">
                <a:solidFill>
                  <a:schemeClr val="tx1"/>
                </a:solidFill>
                <a:latin typeface="Verdana" panose="020B0604030504040204" pitchFamily="34" charset="0"/>
                <a:cs typeface="Times New Roman" panose="02020603050405020304" pitchFamily="18" charset="0"/>
              </a:defRPr>
            </a:lvl3pPr>
            <a:lvl4pPr marL="1600200" indent="-228600" eaLnBrk="0" hangingPunct="0">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pPr eaLnBrk="1" hangingPunct="1"/>
            <a:endParaRPr lang="ar-EG"/>
          </a:p>
        </p:txBody>
      </p:sp>
      <p:sp>
        <p:nvSpPr>
          <p:cNvPr id="44036" name="Rectangle 3"/>
          <p:cNvSpPr>
            <a:spLocks noGrp="1" noChangeArrowheads="1"/>
          </p:cNvSpPr>
          <p:nvPr>
            <p:ph type="body"/>
          </p:nvPr>
        </p:nvSpPr>
        <p:spPr>
          <a:xfrm>
            <a:off x="914400" y="4343400"/>
            <a:ext cx="5027613"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ar-EG" dirty="0"/>
          </a:p>
        </p:txBody>
      </p:sp>
    </p:spTree>
    <p:extLst>
      <p:ext uri="{BB962C8B-B14F-4D97-AF65-F5344CB8AC3E}">
        <p14:creationId xmlns:p14="http://schemas.microsoft.com/office/powerpoint/2010/main" val="28069423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xfrm>
            <a:off x="3886200" y="8686800"/>
            <a:ext cx="29718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defRPr sz="2000">
                <a:solidFill>
                  <a:schemeClr val="tx1"/>
                </a:solidFill>
                <a:latin typeface="Verdana" panose="020B0604030504040204" pitchFamily="34" charset="0"/>
                <a:cs typeface="Times New Roman" panose="02020603050405020304" pitchFamily="18" charset="0"/>
              </a:defRPr>
            </a:lvl3pPr>
            <a:lvl4pPr marL="1600200" indent="-228600" eaLnBrk="0" hangingPunct="0">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fld id="{D61D3404-E9DB-49AA-BCD6-469940BBAA55}" type="slidenum">
              <a:rPr lang="en-US" sz="1200">
                <a:latin typeface="Times New Roman" panose="02020603050405020304" pitchFamily="18" charset="0"/>
              </a:rPr>
              <a:pPr/>
              <a:t>5</a:t>
            </a:fld>
            <a:endParaRPr lang="en-US" sz="1200">
              <a:latin typeface="Times New Roman" panose="02020603050405020304" pitchFamily="18" charset="0"/>
            </a:endParaRPr>
          </a:p>
        </p:txBody>
      </p:sp>
      <p:sp>
        <p:nvSpPr>
          <p:cNvPr id="44035" name="Text Box 2"/>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defRPr sz="2000">
                <a:solidFill>
                  <a:schemeClr val="tx1"/>
                </a:solidFill>
                <a:latin typeface="Verdana" panose="020B0604030504040204" pitchFamily="34" charset="0"/>
                <a:cs typeface="Times New Roman" panose="02020603050405020304" pitchFamily="18" charset="0"/>
              </a:defRPr>
            </a:lvl3pPr>
            <a:lvl4pPr marL="1600200" indent="-228600" eaLnBrk="0" hangingPunct="0">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pPr eaLnBrk="1" hangingPunct="1"/>
            <a:endParaRPr lang="ar-EG"/>
          </a:p>
        </p:txBody>
      </p:sp>
      <p:sp>
        <p:nvSpPr>
          <p:cNvPr id="44036" name="Rectangle 3"/>
          <p:cNvSpPr>
            <a:spLocks noGrp="1" noChangeArrowheads="1"/>
          </p:cNvSpPr>
          <p:nvPr>
            <p:ph type="body"/>
          </p:nvPr>
        </p:nvSpPr>
        <p:spPr>
          <a:xfrm>
            <a:off x="914400" y="4343400"/>
            <a:ext cx="5027613"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ar-EG"/>
          </a:p>
        </p:txBody>
      </p:sp>
    </p:spTree>
    <p:extLst>
      <p:ext uri="{BB962C8B-B14F-4D97-AF65-F5344CB8AC3E}">
        <p14:creationId xmlns:p14="http://schemas.microsoft.com/office/powerpoint/2010/main" val="2316008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xfrm>
            <a:off x="3886200" y="8686800"/>
            <a:ext cx="29718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defRPr sz="2000">
                <a:solidFill>
                  <a:schemeClr val="tx1"/>
                </a:solidFill>
                <a:latin typeface="Verdana" panose="020B0604030504040204" pitchFamily="34" charset="0"/>
                <a:cs typeface="Times New Roman" panose="02020603050405020304" pitchFamily="18" charset="0"/>
              </a:defRPr>
            </a:lvl3pPr>
            <a:lvl4pPr marL="1600200" indent="-228600" eaLnBrk="0" hangingPunct="0">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fld id="{D61D3404-E9DB-49AA-BCD6-469940BBAA55}" type="slidenum">
              <a:rPr lang="en-US" sz="1200">
                <a:latin typeface="Times New Roman" panose="02020603050405020304" pitchFamily="18" charset="0"/>
              </a:rPr>
              <a:pPr/>
              <a:t>6</a:t>
            </a:fld>
            <a:endParaRPr lang="en-US" sz="1200">
              <a:latin typeface="Times New Roman" panose="02020603050405020304" pitchFamily="18" charset="0"/>
            </a:endParaRPr>
          </a:p>
        </p:txBody>
      </p:sp>
      <p:sp>
        <p:nvSpPr>
          <p:cNvPr id="44035" name="Text Box 2"/>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defRPr sz="2000">
                <a:solidFill>
                  <a:schemeClr val="tx1"/>
                </a:solidFill>
                <a:latin typeface="Verdana" panose="020B0604030504040204" pitchFamily="34" charset="0"/>
                <a:cs typeface="Times New Roman" panose="02020603050405020304" pitchFamily="18" charset="0"/>
              </a:defRPr>
            </a:lvl3pPr>
            <a:lvl4pPr marL="1600200" indent="-228600" eaLnBrk="0" hangingPunct="0">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pPr eaLnBrk="1" hangingPunct="1"/>
            <a:endParaRPr lang="ar-EG"/>
          </a:p>
        </p:txBody>
      </p:sp>
      <p:sp>
        <p:nvSpPr>
          <p:cNvPr id="44036" name="Rectangle 3"/>
          <p:cNvSpPr>
            <a:spLocks noGrp="1" noChangeArrowheads="1"/>
          </p:cNvSpPr>
          <p:nvPr>
            <p:ph type="body"/>
          </p:nvPr>
        </p:nvSpPr>
        <p:spPr>
          <a:xfrm>
            <a:off x="914400" y="4343400"/>
            <a:ext cx="5027613"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ar-EG"/>
          </a:p>
        </p:txBody>
      </p:sp>
    </p:spTree>
    <p:extLst>
      <p:ext uri="{BB962C8B-B14F-4D97-AF65-F5344CB8AC3E}">
        <p14:creationId xmlns:p14="http://schemas.microsoft.com/office/powerpoint/2010/main" val="16839543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xfrm>
            <a:off x="3886200" y="8686800"/>
            <a:ext cx="29718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defRPr sz="2000">
                <a:solidFill>
                  <a:schemeClr val="tx1"/>
                </a:solidFill>
                <a:latin typeface="Verdana" panose="020B0604030504040204" pitchFamily="34" charset="0"/>
                <a:cs typeface="Times New Roman" panose="02020603050405020304" pitchFamily="18" charset="0"/>
              </a:defRPr>
            </a:lvl3pPr>
            <a:lvl4pPr marL="1600200" indent="-228600" eaLnBrk="0" hangingPunct="0">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fld id="{D61D3404-E9DB-49AA-BCD6-469940BBAA55}" type="slidenum">
              <a:rPr lang="en-US" sz="1200">
                <a:latin typeface="Times New Roman" panose="02020603050405020304" pitchFamily="18" charset="0"/>
              </a:rPr>
              <a:pPr/>
              <a:t>7</a:t>
            </a:fld>
            <a:endParaRPr lang="en-US" sz="1200">
              <a:latin typeface="Times New Roman" panose="02020603050405020304" pitchFamily="18" charset="0"/>
            </a:endParaRPr>
          </a:p>
        </p:txBody>
      </p:sp>
      <p:sp>
        <p:nvSpPr>
          <p:cNvPr id="44035" name="Text Box 2"/>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defRPr sz="2000">
                <a:solidFill>
                  <a:schemeClr val="tx1"/>
                </a:solidFill>
                <a:latin typeface="Verdana" panose="020B0604030504040204" pitchFamily="34" charset="0"/>
                <a:cs typeface="Times New Roman" panose="02020603050405020304" pitchFamily="18" charset="0"/>
              </a:defRPr>
            </a:lvl3pPr>
            <a:lvl4pPr marL="1600200" indent="-228600" eaLnBrk="0" hangingPunct="0">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pPr eaLnBrk="1" hangingPunct="1"/>
            <a:endParaRPr lang="ar-EG"/>
          </a:p>
        </p:txBody>
      </p:sp>
      <p:sp>
        <p:nvSpPr>
          <p:cNvPr id="44036" name="Rectangle 3"/>
          <p:cNvSpPr>
            <a:spLocks noGrp="1" noChangeArrowheads="1"/>
          </p:cNvSpPr>
          <p:nvPr>
            <p:ph type="body"/>
          </p:nvPr>
        </p:nvSpPr>
        <p:spPr>
          <a:xfrm>
            <a:off x="914400" y="4343400"/>
            <a:ext cx="5027613"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ar-EG"/>
          </a:p>
        </p:txBody>
      </p:sp>
    </p:spTree>
    <p:extLst>
      <p:ext uri="{BB962C8B-B14F-4D97-AF65-F5344CB8AC3E}">
        <p14:creationId xmlns:p14="http://schemas.microsoft.com/office/powerpoint/2010/main" val="26512158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xfrm>
            <a:off x="3886200" y="8686800"/>
            <a:ext cx="29718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defRPr sz="2000">
                <a:solidFill>
                  <a:schemeClr val="tx1"/>
                </a:solidFill>
                <a:latin typeface="Verdana" panose="020B0604030504040204" pitchFamily="34" charset="0"/>
                <a:cs typeface="Times New Roman" panose="02020603050405020304" pitchFamily="18" charset="0"/>
              </a:defRPr>
            </a:lvl3pPr>
            <a:lvl4pPr marL="1600200" indent="-228600" eaLnBrk="0" hangingPunct="0">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fld id="{D61D3404-E9DB-49AA-BCD6-469940BBAA55}" type="slidenum">
              <a:rPr lang="en-US" sz="1200">
                <a:latin typeface="Times New Roman" panose="02020603050405020304" pitchFamily="18" charset="0"/>
              </a:rPr>
              <a:pPr/>
              <a:t>8</a:t>
            </a:fld>
            <a:endParaRPr lang="en-US" sz="1200">
              <a:latin typeface="Times New Roman" panose="02020603050405020304" pitchFamily="18" charset="0"/>
            </a:endParaRPr>
          </a:p>
        </p:txBody>
      </p:sp>
      <p:sp>
        <p:nvSpPr>
          <p:cNvPr id="44035" name="Text Box 2"/>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defRPr sz="2000">
                <a:solidFill>
                  <a:schemeClr val="tx1"/>
                </a:solidFill>
                <a:latin typeface="Verdana" panose="020B0604030504040204" pitchFamily="34" charset="0"/>
                <a:cs typeface="Times New Roman" panose="02020603050405020304" pitchFamily="18" charset="0"/>
              </a:defRPr>
            </a:lvl3pPr>
            <a:lvl4pPr marL="1600200" indent="-228600" eaLnBrk="0" hangingPunct="0">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pPr eaLnBrk="1" hangingPunct="1"/>
            <a:endParaRPr lang="ar-EG"/>
          </a:p>
        </p:txBody>
      </p:sp>
      <p:sp>
        <p:nvSpPr>
          <p:cNvPr id="44036" name="Rectangle 3"/>
          <p:cNvSpPr>
            <a:spLocks noGrp="1" noChangeArrowheads="1"/>
          </p:cNvSpPr>
          <p:nvPr>
            <p:ph type="body"/>
          </p:nvPr>
        </p:nvSpPr>
        <p:spPr>
          <a:xfrm>
            <a:off x="914400" y="4343400"/>
            <a:ext cx="5027613"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ar-EG"/>
          </a:p>
        </p:txBody>
      </p:sp>
    </p:spTree>
    <p:extLst>
      <p:ext uri="{BB962C8B-B14F-4D97-AF65-F5344CB8AC3E}">
        <p14:creationId xmlns:p14="http://schemas.microsoft.com/office/powerpoint/2010/main" val="25741935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xfrm>
            <a:off x="3886200" y="8686800"/>
            <a:ext cx="29718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defRPr sz="2000">
                <a:solidFill>
                  <a:schemeClr val="tx1"/>
                </a:solidFill>
                <a:latin typeface="Verdana" panose="020B0604030504040204" pitchFamily="34" charset="0"/>
                <a:cs typeface="Times New Roman" panose="02020603050405020304" pitchFamily="18" charset="0"/>
              </a:defRPr>
            </a:lvl3pPr>
            <a:lvl4pPr marL="1600200" indent="-228600" eaLnBrk="0" hangingPunct="0">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fld id="{D61D3404-E9DB-49AA-BCD6-469940BBAA55}" type="slidenum">
              <a:rPr lang="en-US" sz="1200">
                <a:latin typeface="Times New Roman" panose="02020603050405020304" pitchFamily="18" charset="0"/>
              </a:rPr>
              <a:pPr/>
              <a:t>9</a:t>
            </a:fld>
            <a:endParaRPr lang="en-US" sz="1200">
              <a:latin typeface="Times New Roman" panose="02020603050405020304" pitchFamily="18" charset="0"/>
            </a:endParaRPr>
          </a:p>
        </p:txBody>
      </p:sp>
      <p:sp>
        <p:nvSpPr>
          <p:cNvPr id="44035" name="Text Box 2"/>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defRPr sz="2000">
                <a:solidFill>
                  <a:schemeClr val="tx1"/>
                </a:solidFill>
                <a:latin typeface="Verdana" panose="020B0604030504040204" pitchFamily="34" charset="0"/>
                <a:cs typeface="Times New Roman" panose="02020603050405020304" pitchFamily="18" charset="0"/>
              </a:defRPr>
            </a:lvl3pPr>
            <a:lvl4pPr marL="1600200" indent="-228600" eaLnBrk="0" hangingPunct="0">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pPr eaLnBrk="1" hangingPunct="1"/>
            <a:endParaRPr lang="ar-EG"/>
          </a:p>
        </p:txBody>
      </p:sp>
      <p:sp>
        <p:nvSpPr>
          <p:cNvPr id="44036" name="Rectangle 3"/>
          <p:cNvSpPr>
            <a:spLocks noGrp="1" noChangeArrowheads="1"/>
          </p:cNvSpPr>
          <p:nvPr>
            <p:ph type="body"/>
          </p:nvPr>
        </p:nvSpPr>
        <p:spPr>
          <a:xfrm>
            <a:off x="914400" y="4343400"/>
            <a:ext cx="5027613"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ar-EG"/>
          </a:p>
        </p:txBody>
      </p:sp>
    </p:spTree>
    <p:extLst>
      <p:ext uri="{BB962C8B-B14F-4D97-AF65-F5344CB8AC3E}">
        <p14:creationId xmlns:p14="http://schemas.microsoft.com/office/powerpoint/2010/main" val="2950190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74187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9974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69633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70059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8F817BBB-061C-A608-6100-950F28A26C6B}"/>
            </a:ext>
          </a:extLst>
        </p:cNvPr>
        <p:cNvGrpSpPr/>
        <p:nvPr/>
      </p:nvGrpSpPr>
      <p:grpSpPr>
        <a:xfrm>
          <a:off x="0" y="0"/>
          <a:ext cx="0" cy="0"/>
          <a:chOff x="0" y="0"/>
          <a:chExt cx="0" cy="0"/>
        </a:xfrm>
      </p:grpSpPr>
      <p:sp>
        <p:nvSpPr>
          <p:cNvPr id="129" name="Google Shape;129;g35f391192_017:notes">
            <a:extLst>
              <a:ext uri="{FF2B5EF4-FFF2-40B4-BE49-F238E27FC236}">
                <a16:creationId xmlns:a16="http://schemas.microsoft.com/office/drawing/2014/main" id="{CA30C153-D7AE-EF58-4AC9-7F5A2C7A00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5f391192_017:notes">
            <a:extLst>
              <a:ext uri="{FF2B5EF4-FFF2-40B4-BE49-F238E27FC236}">
                <a16:creationId xmlns:a16="http://schemas.microsoft.com/office/drawing/2014/main" id="{EB4171BB-3D62-E4E0-D4B2-6FCE9CB675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3262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8D74CC67-0816-6694-C7E9-3F5197F4A008}"/>
            </a:ext>
          </a:extLst>
        </p:cNvPr>
        <p:cNvGrpSpPr/>
        <p:nvPr/>
      </p:nvGrpSpPr>
      <p:grpSpPr>
        <a:xfrm>
          <a:off x="0" y="0"/>
          <a:ext cx="0" cy="0"/>
          <a:chOff x="0" y="0"/>
          <a:chExt cx="0" cy="0"/>
        </a:xfrm>
      </p:grpSpPr>
      <p:sp>
        <p:nvSpPr>
          <p:cNvPr id="129" name="Google Shape;129;g35f391192_017:notes">
            <a:extLst>
              <a:ext uri="{FF2B5EF4-FFF2-40B4-BE49-F238E27FC236}">
                <a16:creationId xmlns:a16="http://schemas.microsoft.com/office/drawing/2014/main" id="{F4338161-D62B-AF49-A3D9-871B2E476D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5f391192_017:notes">
            <a:extLst>
              <a:ext uri="{FF2B5EF4-FFF2-40B4-BE49-F238E27FC236}">
                <a16:creationId xmlns:a16="http://schemas.microsoft.com/office/drawing/2014/main" id="{346A0EF6-DFFA-6ACC-6434-E641CC5423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70293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3F15BC-4AA1-41C4-8C26-91A7E3BB93DC}" type="slidenum">
              <a:rPr lang="en-US" smtClean="0"/>
              <a:t>16</a:t>
            </a:fld>
            <a:endParaRPr lang="en-US" dirty="0"/>
          </a:p>
        </p:txBody>
      </p:sp>
      <p:sp>
        <p:nvSpPr>
          <p:cNvPr id="6" name="Footer Placeholder 5"/>
          <p:cNvSpPr>
            <a:spLocks noGrp="1"/>
          </p:cNvSpPr>
          <p:nvPr>
            <p:ph type="ftr" sz="quarter" idx="11"/>
          </p:nvPr>
        </p:nvSpPr>
        <p:spPr/>
        <p:txBody>
          <a:bodyPr/>
          <a:lstStyle/>
          <a:p>
            <a:r>
              <a:rPr lang="en-US"/>
              <a:t>DR YASSER ELAWADY</a:t>
            </a:r>
            <a:endParaRPr lang="en-US" dirty="0"/>
          </a:p>
        </p:txBody>
      </p:sp>
    </p:spTree>
    <p:extLst>
      <p:ext uri="{BB962C8B-B14F-4D97-AF65-F5344CB8AC3E}">
        <p14:creationId xmlns:p14="http://schemas.microsoft.com/office/powerpoint/2010/main" val="3122064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3"/>
          <p:cNvSpPr>
            <a:spLocks noGrp="1"/>
          </p:cNvSpPr>
          <p:nvPr>
            <p:ph type="dt" sz="half" idx="2"/>
          </p:nvPr>
        </p:nvSpPr>
        <p:spPr>
          <a:xfrm>
            <a:off x="10123248" y="6492875"/>
            <a:ext cx="1064703" cy="365125"/>
          </a:xfrm>
          <a:prstGeom prst="rect">
            <a:avLst/>
          </a:prstGeom>
        </p:spPr>
        <p:txBody>
          <a:bodyPr vert="horz" lIns="91440" tIns="45720" rIns="91440" bIns="45720" rtlCol="0" anchor="ctr"/>
          <a:lstStyle>
            <a:lvl1pPr algn="ctr">
              <a:defRPr sz="1200" b="1">
                <a:solidFill>
                  <a:srgbClr val="FF0000"/>
                </a:solidFill>
              </a:defRPr>
            </a:lvl1pPr>
          </a:lstStyle>
          <a:p>
            <a:endParaRPr lang="en-US" dirty="0"/>
          </a:p>
        </p:txBody>
      </p:sp>
      <p:sp>
        <p:nvSpPr>
          <p:cNvPr id="9" name="Footer Placeholder 4"/>
          <p:cNvSpPr>
            <a:spLocks noGrp="1"/>
          </p:cNvSpPr>
          <p:nvPr>
            <p:ph type="ftr" sz="quarter" idx="3"/>
          </p:nvPr>
        </p:nvSpPr>
        <p:spPr>
          <a:xfrm>
            <a:off x="328479" y="6506323"/>
            <a:ext cx="2135114" cy="351678"/>
          </a:xfrm>
          <a:prstGeom prst="rect">
            <a:avLst/>
          </a:prstGeom>
        </p:spPr>
        <p:txBody>
          <a:bodyPr vert="horz" lIns="91440" tIns="45720" rIns="91440" bIns="45720" rtlCol="0" anchor="ctr"/>
          <a:lstStyle>
            <a:lvl1pPr algn="l">
              <a:defRPr sz="1200" b="1" cap="all">
                <a:solidFill>
                  <a:schemeClr val="accent2">
                    <a:lumMod val="50000"/>
                  </a:schemeClr>
                </a:solidFill>
              </a:defRPr>
            </a:lvl1pPr>
          </a:lstStyle>
          <a:p>
            <a:endParaRPr lang="en-US" dirty="0"/>
          </a:p>
        </p:txBody>
      </p:sp>
      <p:sp>
        <p:nvSpPr>
          <p:cNvPr id="10" name="Slide Number Placeholder 5"/>
          <p:cNvSpPr>
            <a:spLocks noGrp="1"/>
          </p:cNvSpPr>
          <p:nvPr>
            <p:ph type="sldNum" sz="quarter" idx="4"/>
          </p:nvPr>
        </p:nvSpPr>
        <p:spPr>
          <a:xfrm>
            <a:off x="11322610" y="6479426"/>
            <a:ext cx="422857" cy="365125"/>
          </a:xfrm>
          <a:prstGeom prst="rect">
            <a:avLst/>
          </a:prstGeom>
        </p:spPr>
        <p:txBody>
          <a:bodyPr vert="horz" lIns="91440" tIns="45720" rIns="91440" bIns="45720" rtlCol="0" anchor="ctr"/>
          <a:lstStyle>
            <a:lvl1pPr algn="r">
              <a:defRPr sz="1200" b="1">
                <a:solidFill>
                  <a:schemeClr val="accent2">
                    <a:lumMod val="50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endParaRPr lang="en-US" dirty="0"/>
          </a:p>
        </p:txBody>
      </p:sp>
      <p:sp>
        <p:nvSpPr>
          <p:cNvPr id="9" name="Footer Placeholder 8"/>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lvl1pPr>
              <a:defRPr>
                <a:solidFill>
                  <a:srgbClr val="002060"/>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endParaRPr lang="en-US" dirty="0"/>
          </a:p>
        </p:txBody>
      </p:sp>
      <p:sp>
        <p:nvSpPr>
          <p:cNvPr id="12" name="Footer Placeholder 11"/>
          <p:cNvSpPr>
            <a:spLocks noGrp="1"/>
          </p:cNvSpPr>
          <p:nvPr>
            <p:ph type="ftr" sz="quarter" idx="11"/>
          </p:nvPr>
        </p:nvSpPr>
        <p:spPr/>
        <p:txBody>
          <a:bodyPr/>
          <a:lstStyle/>
          <a:p>
            <a:endParaRPr lang="en-US" dirty="0"/>
          </a:p>
        </p:txBody>
      </p:sp>
      <p:sp>
        <p:nvSpPr>
          <p:cNvPr id="13" name="Slide Number Placeholder 12"/>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p:cNvSpPr>
            <a:spLocks noGrp="1"/>
          </p:cNvSpPr>
          <p:nvPr>
            <p:ph type="dt" sz="half" idx="10"/>
          </p:nvPr>
        </p:nvSpPr>
        <p:spPr/>
        <p:txBody>
          <a:bodyPr/>
          <a:lstStyle/>
          <a:p>
            <a:endParaRPr lang="en-US" dirty="0"/>
          </a:p>
        </p:txBody>
      </p:sp>
      <p:sp>
        <p:nvSpPr>
          <p:cNvPr id="10" name="Footer Placeholder 9"/>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endParaRPr lang="en-US" dirty="0"/>
          </a:p>
        </p:txBody>
      </p:sp>
      <p:sp>
        <p:nvSpPr>
          <p:cNvPr id="13" name="Slide Number Placeholder 12"/>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lvl1pPr>
              <a:defRPr>
                <a:solidFill>
                  <a:srgbClr val="002060"/>
                </a:solidFill>
              </a:defRPr>
            </a:lvl1pPr>
          </a:lstStyle>
          <a:p>
            <a:endParaRPr lang="en-US" dirty="0"/>
          </a:p>
        </p:txBody>
      </p:sp>
      <p:sp>
        <p:nvSpPr>
          <p:cNvPr id="11" name="Slide Number Placeholder 10"/>
          <p:cNvSpPr>
            <a:spLocks noGrp="1"/>
          </p:cNvSpPr>
          <p:nvPr>
            <p:ph type="sldNum" sz="quarter" idx="12"/>
          </p:nvPr>
        </p:nvSpPr>
        <p:spPr/>
        <p:txBody>
          <a:bodyPr/>
          <a:lstStyle>
            <a:lvl1pPr>
              <a:defRPr>
                <a:solidFill>
                  <a:srgbClr val="002060"/>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8" name="Title 7"/>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7"/>
          <p:cNvSpPr>
            <a:spLocks noGrp="1"/>
          </p:cNvSpPr>
          <p:nvPr>
            <p:ph type="dt" sz="half" idx="10"/>
          </p:nvPr>
        </p:nvSpPr>
        <p:spPr/>
        <p:txBody>
          <a:bodyPr/>
          <a:lstStyle/>
          <a:p>
            <a:endParaRPr lang="en-US" dirty="0"/>
          </a:p>
        </p:txBody>
      </p:sp>
      <p:sp>
        <p:nvSpPr>
          <p:cNvPr id="16" name="Footer Placeholder 15"/>
          <p:cNvSpPr>
            <a:spLocks noGrp="1"/>
          </p:cNvSpPr>
          <p:nvPr>
            <p:ph type="ftr" sz="quarter" idx="11"/>
          </p:nvPr>
        </p:nvSpPr>
        <p:spPr/>
        <p:txBody>
          <a:bodyPr/>
          <a:lstStyle/>
          <a:p>
            <a:endParaRPr lang="en-US" dirty="0"/>
          </a:p>
        </p:txBody>
      </p:sp>
      <p:sp>
        <p:nvSpPr>
          <p:cNvPr id="17" name="Slide Number Placeholder 1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7"/>
          <p:cNvSpPr>
            <a:spLocks noGrp="1"/>
          </p:cNvSpPr>
          <p:nvPr>
            <p:ph type="dt" sz="half" idx="10"/>
          </p:nvPr>
        </p:nvSpPr>
        <p:spPr/>
        <p:txBody>
          <a:bodyPr/>
          <a:lstStyle/>
          <a:p>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userDrawn="1"/>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Пустой слайд">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F9B75C-8747-A145-88F3-BD0797C342E3}"/>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988CA58B-1202-27F5-4A00-14688F06C3E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AF85D18-B98F-4E7D-198E-2503991A6994}"/>
              </a:ext>
            </a:extLst>
          </p:cNvPr>
          <p:cNvSpPr>
            <a:spLocks noGrp="1"/>
          </p:cNvSpPr>
          <p:nvPr>
            <p:ph type="sldNum" sz="quarter" idx="12"/>
          </p:nvPr>
        </p:nvSpPr>
        <p:spPr/>
        <p:txBody>
          <a:bodyPr/>
          <a:lstStyle>
            <a:lvl1pPr>
              <a:defRPr sz="1400"/>
            </a:lvl1pPr>
          </a:lstStyle>
          <a:p>
            <a:fld id="{D57F1E4F-1CFF-5643-939E-217C01CDF565}" type="slidenum">
              <a:rPr lang="en-US" smtClean="0"/>
              <a:pPr/>
              <a:t>‹#›</a:t>
            </a:fld>
            <a:endParaRPr lang="en-US" dirty="0"/>
          </a:p>
        </p:txBody>
      </p:sp>
      <p:pic>
        <p:nvPicPr>
          <p:cNvPr id="2" name="Picture 1">
            <a:extLst>
              <a:ext uri="{FF2B5EF4-FFF2-40B4-BE49-F238E27FC236}">
                <a16:creationId xmlns:a16="http://schemas.microsoft.com/office/drawing/2014/main" id="{D143DF1A-F8AF-1860-C16C-1519FAB018F6}"/>
              </a:ext>
            </a:extLst>
          </p:cNvPr>
          <p:cNvPicPr>
            <a:picLocks noChangeAspect="1"/>
          </p:cNvPicPr>
          <p:nvPr userDrawn="1"/>
        </p:nvPicPr>
        <p:blipFill>
          <a:blip r:embed="rId2"/>
          <a:stretch>
            <a:fillRect/>
          </a:stretch>
        </p:blipFill>
        <p:spPr>
          <a:xfrm>
            <a:off x="9770192" y="134180"/>
            <a:ext cx="1975275" cy="755970"/>
          </a:xfrm>
          <a:prstGeom prst="rect">
            <a:avLst/>
          </a:prstGeom>
        </p:spPr>
      </p:pic>
    </p:spTree>
    <p:extLst>
      <p:ext uri="{BB962C8B-B14F-4D97-AF65-F5344CB8AC3E}">
        <p14:creationId xmlns:p14="http://schemas.microsoft.com/office/powerpoint/2010/main" val="9358350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9"/>
            <a:ext cx="12192000" cy="768085"/>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4"/>
            <a:ext cx="12192000" cy="384043"/>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4527636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1048200" y="410827"/>
            <a:ext cx="10095600" cy="9368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6" name="Google Shape;46;p6"/>
          <p:cNvSpPr txBox="1">
            <a:spLocks noGrp="1"/>
          </p:cNvSpPr>
          <p:nvPr>
            <p:ph type="body" idx="1"/>
          </p:nvPr>
        </p:nvSpPr>
        <p:spPr>
          <a:xfrm>
            <a:off x="1048183" y="1600200"/>
            <a:ext cx="4900400" cy="49676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47" name="Google Shape;47;p6"/>
          <p:cNvSpPr txBox="1">
            <a:spLocks noGrp="1"/>
          </p:cNvSpPr>
          <p:nvPr>
            <p:ph type="body" idx="2"/>
          </p:nvPr>
        </p:nvSpPr>
        <p:spPr>
          <a:xfrm>
            <a:off x="6243545" y="1600200"/>
            <a:ext cx="4900400" cy="49676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48" name="Google Shape;48;p6"/>
          <p:cNvSpPr txBox="1">
            <a:spLocks noGrp="1"/>
          </p:cNvSpPr>
          <p:nvPr>
            <p:ph type="sldNum" idx="12"/>
          </p:nvPr>
        </p:nvSpPr>
        <p:spPr>
          <a:xfrm>
            <a:off x="11205845" y="6452403"/>
            <a:ext cx="7316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3" name="Picture 2">
            <a:extLst>
              <a:ext uri="{FF2B5EF4-FFF2-40B4-BE49-F238E27FC236}">
                <a16:creationId xmlns:a16="http://schemas.microsoft.com/office/drawing/2014/main" id="{3264952E-499D-4DCD-EDCE-9CA6EFFC15F9}"/>
              </a:ext>
            </a:extLst>
          </p:cNvPr>
          <p:cNvPicPr>
            <a:picLocks noChangeAspect="1"/>
          </p:cNvPicPr>
          <p:nvPr userDrawn="1"/>
        </p:nvPicPr>
        <p:blipFill>
          <a:blip r:embed="rId2"/>
          <a:stretch>
            <a:fillRect/>
          </a:stretch>
        </p:blipFill>
        <p:spPr>
          <a:xfrm>
            <a:off x="9800010" y="158254"/>
            <a:ext cx="1975275" cy="755970"/>
          </a:xfrm>
          <a:prstGeom prst="rect">
            <a:avLst/>
          </a:prstGeom>
        </p:spPr>
      </p:pic>
    </p:spTree>
    <p:extLst>
      <p:ext uri="{BB962C8B-B14F-4D97-AF65-F5344CB8AC3E}">
        <p14:creationId xmlns:p14="http://schemas.microsoft.com/office/powerpoint/2010/main" val="2324486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123248" y="6492875"/>
            <a:ext cx="1064703" cy="365125"/>
          </a:xfrm>
          <a:prstGeom prst="rect">
            <a:avLst/>
          </a:prstGeom>
        </p:spPr>
        <p:txBody>
          <a:bodyPr vert="horz" lIns="91440" tIns="45720" rIns="91440" bIns="45720" rtlCol="0" anchor="ctr"/>
          <a:lstStyle>
            <a:lvl1pPr algn="ctr">
              <a:defRPr sz="1200" b="1">
                <a:solidFill>
                  <a:srgbClr val="FF0000"/>
                </a:solidFill>
              </a:defRPr>
            </a:lvl1pPr>
          </a:lstStyle>
          <a:p>
            <a:endParaRPr lang="en-US" dirty="0"/>
          </a:p>
        </p:txBody>
      </p:sp>
      <p:sp>
        <p:nvSpPr>
          <p:cNvPr id="5" name="Footer Placeholder 4"/>
          <p:cNvSpPr>
            <a:spLocks noGrp="1"/>
          </p:cNvSpPr>
          <p:nvPr>
            <p:ph type="ftr" sz="quarter" idx="3"/>
          </p:nvPr>
        </p:nvSpPr>
        <p:spPr>
          <a:xfrm>
            <a:off x="328479" y="6506323"/>
            <a:ext cx="2135114" cy="351678"/>
          </a:xfrm>
          <a:prstGeom prst="rect">
            <a:avLst/>
          </a:prstGeom>
        </p:spPr>
        <p:txBody>
          <a:bodyPr vert="horz" lIns="91440" tIns="45720" rIns="91440" bIns="45720" rtlCol="0" anchor="ctr"/>
          <a:lstStyle>
            <a:lvl1pPr algn="l">
              <a:defRPr sz="1200" b="1" cap="all">
                <a:solidFill>
                  <a:schemeClr val="accent2">
                    <a:lumMod val="50000"/>
                  </a:schemeClr>
                </a:solidFill>
              </a:defRPr>
            </a:lvl1pPr>
          </a:lstStyle>
          <a:p>
            <a:endParaRPr lang="en-US" dirty="0"/>
          </a:p>
        </p:txBody>
      </p:sp>
      <p:sp>
        <p:nvSpPr>
          <p:cNvPr id="6" name="Slide Number Placeholder 5"/>
          <p:cNvSpPr>
            <a:spLocks noGrp="1"/>
          </p:cNvSpPr>
          <p:nvPr>
            <p:ph type="sldNum" sz="quarter" idx="4"/>
          </p:nvPr>
        </p:nvSpPr>
        <p:spPr>
          <a:xfrm>
            <a:off x="11322610" y="6479426"/>
            <a:ext cx="422857" cy="365125"/>
          </a:xfrm>
          <a:prstGeom prst="rect">
            <a:avLst/>
          </a:prstGeom>
        </p:spPr>
        <p:txBody>
          <a:bodyPr vert="horz" lIns="91440" tIns="45720" rIns="91440" bIns="45720" rtlCol="0" anchor="ctr"/>
          <a:lstStyle>
            <a:lvl1pPr algn="r">
              <a:defRPr sz="1200" b="1">
                <a:solidFill>
                  <a:schemeClr val="accent2">
                    <a:lumMod val="50000"/>
                  </a:schemeClr>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8" name="Straight Connector 7"/>
          <p:cNvCxnSpPr/>
          <p:nvPr userDrawn="1"/>
        </p:nvCxnSpPr>
        <p:spPr>
          <a:xfrm flipH="1">
            <a:off x="446534" y="6492873"/>
            <a:ext cx="11298934" cy="2"/>
          </a:xfrm>
          <a:prstGeom prst="line">
            <a:avLst/>
          </a:prstGeom>
          <a:ln w="285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5" r:id="rId12"/>
    <p:sldLayoutId id="2147483689" r:id="rId13"/>
    <p:sldLayoutId id="2147483692" r:id="rId14"/>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02C5318-1A1E-49D0-B2E2-A4B0FA9E8A40}"/>
              </a:ext>
            </a:extLst>
          </p:cNvPr>
          <p:cNvSpPr>
            <a:spLocks noGrp="1"/>
          </p:cNvSpPr>
          <p:nvPr>
            <p:ph type="ctrTitle" idx="4294967295"/>
          </p:nvPr>
        </p:nvSpPr>
        <p:spPr>
          <a:xfrm>
            <a:off x="446534" y="4170899"/>
            <a:ext cx="11462472" cy="1372887"/>
          </a:xfrm>
        </p:spPr>
        <p:txBody>
          <a:bodyPr>
            <a:noAutofit/>
          </a:bodyPr>
          <a:lstStyle/>
          <a:p>
            <a:pPr marL="76200">
              <a:lnSpc>
                <a:spcPct val="150000"/>
              </a:lnSpc>
            </a:pPr>
            <a:r>
              <a:rPr lang="en-US" sz="3600" b="1" u="sng" dirty="0">
                <a:solidFill>
                  <a:srgbClr val="FFFFCC"/>
                </a:solidFill>
              </a:rPr>
              <a:t>Lecture 5</a:t>
            </a:r>
            <a:r>
              <a:rPr lang="en-US" sz="3600" b="1" dirty="0">
                <a:solidFill>
                  <a:srgbClr val="FFFFCC"/>
                </a:solidFill>
              </a:rPr>
              <a:t>     loops</a:t>
            </a:r>
            <a:endParaRPr lang="en-US" sz="3600" dirty="0">
              <a:solidFill>
                <a:srgbClr val="FFFFCC"/>
              </a:solidFill>
            </a:endParaRP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617374"/>
            <a:ext cx="10993546" cy="484822"/>
          </a:xfrm>
        </p:spPr>
        <p:txBody>
          <a:bodyPr>
            <a:normAutofit/>
          </a:bodyPr>
          <a:lstStyle/>
          <a:p>
            <a:pPr algn="r"/>
            <a:r>
              <a:rPr lang="en-US" sz="1800" b="1" dirty="0">
                <a:solidFill>
                  <a:srgbClr val="FFFFCC"/>
                </a:solidFill>
              </a:rPr>
              <a:t>Fall (2025-2026)</a:t>
            </a:r>
          </a:p>
        </p:txBody>
      </p:sp>
      <p:sp>
        <p:nvSpPr>
          <p:cNvPr id="8" name="Rectangle 7"/>
          <p:cNvSpPr/>
          <p:nvPr/>
        </p:nvSpPr>
        <p:spPr>
          <a:xfrm>
            <a:off x="10961668" y="3704630"/>
            <a:ext cx="719592" cy="576262"/>
          </a:xfrm>
          <a:prstGeom prst="rect">
            <a:avLst/>
          </a:prstGeom>
          <a:solidFill>
            <a:srgbClr val="FF0000"/>
          </a:solidFill>
          <a:ln w="38100">
            <a:solidFill>
              <a:schemeClr val="tx1"/>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5</a:t>
            </a:r>
          </a:p>
        </p:txBody>
      </p:sp>
      <p:sp>
        <p:nvSpPr>
          <p:cNvPr id="4" name="Rectangle 3">
            <a:extLst>
              <a:ext uri="{FF2B5EF4-FFF2-40B4-BE49-F238E27FC236}">
                <a16:creationId xmlns:a16="http://schemas.microsoft.com/office/drawing/2014/main" id="{B9BB89D2-1F78-CF8D-0CB0-7B85B5DC8A50}"/>
              </a:ext>
            </a:extLst>
          </p:cNvPr>
          <p:cNvSpPr/>
          <p:nvPr/>
        </p:nvSpPr>
        <p:spPr>
          <a:xfrm>
            <a:off x="581191" y="1206665"/>
            <a:ext cx="6533327" cy="1754326"/>
          </a:xfrm>
          <a:prstGeom prst="rect">
            <a:avLst/>
          </a:prstGeom>
          <a:noFill/>
        </p:spPr>
        <p:txBody>
          <a:bodyPr wrap="none" lIns="91440" tIns="45720" rIns="91440" bIns="45720">
            <a:spAutoFit/>
          </a:bodyPr>
          <a:lstStyle/>
          <a:p>
            <a:pPr algn="ctr"/>
            <a:r>
              <a:rPr lang="en-US" sz="5400" b="1" spc="50" dirty="0">
                <a:ln w="9525" cmpd="sng">
                  <a:solidFill>
                    <a:schemeClr val="accent1"/>
                  </a:solidFill>
                  <a:prstDash val="solid"/>
                </a:ln>
                <a:solidFill>
                  <a:srgbClr val="70AD47">
                    <a:tint val="1000"/>
                  </a:srgbClr>
                </a:solidFill>
                <a:effectLst>
                  <a:glow rad="38100">
                    <a:schemeClr val="accent1">
                      <a:alpha val="40000"/>
                    </a:schemeClr>
                  </a:glow>
                </a:effectLst>
              </a:rPr>
              <a:t>PROGRAMMING 1</a:t>
            </a:r>
          </a:p>
          <a:p>
            <a:pPr algn="ctr"/>
            <a:r>
              <a:rPr lang="en-US" sz="5400" b="1" spc="50" dirty="0">
                <a:ln w="9525" cmpd="sng">
                  <a:solidFill>
                    <a:schemeClr val="accent1"/>
                  </a:solidFill>
                  <a:prstDash val="solid"/>
                </a:ln>
                <a:solidFill>
                  <a:srgbClr val="70AD47">
                    <a:tint val="1000"/>
                  </a:srgbClr>
                </a:solidFill>
                <a:effectLst>
                  <a:glow rad="38100">
                    <a:schemeClr val="accent1">
                      <a:alpha val="40000"/>
                    </a:schemeClr>
                  </a:glow>
                </a:effectLst>
              </a:rPr>
              <a:t>(CS 102)</a:t>
            </a:r>
          </a:p>
        </p:txBody>
      </p:sp>
      <p:sp>
        <p:nvSpPr>
          <p:cNvPr id="9" name="AutoShape 2" descr="Coding Clipart Guy In Glasses Computer Tech Cartoon Vector ...">
            <a:extLst>
              <a:ext uri="{FF2B5EF4-FFF2-40B4-BE49-F238E27FC236}">
                <a16:creationId xmlns:a16="http://schemas.microsoft.com/office/drawing/2014/main" id="{999E07D1-2798-6AFF-8297-F8D1DCEAE01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AB090039-68EA-49BB-C111-B123F2C7348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9707680" y="628458"/>
            <a:ext cx="1973580" cy="758825"/>
          </a:xfrm>
          <a:prstGeom prst="rect">
            <a:avLst/>
          </a:prstGeom>
          <a:noFill/>
          <a:ln>
            <a:noFill/>
          </a:ln>
        </p:spPr>
      </p:pic>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B040558-A365-4CCE-92FA-5A48CD98F9C9}"/>
              </a:ext>
            </a:extLst>
          </p:cNvPr>
          <p:cNvSpPr>
            <a:spLocks noGrp="1"/>
          </p:cNvSpPr>
          <p:nvPr>
            <p:ph type="title"/>
          </p:nvPr>
        </p:nvSpPr>
        <p:spPr>
          <a:xfrm>
            <a:off x="578009" y="1002793"/>
            <a:ext cx="8272462" cy="760810"/>
          </a:xfrm>
        </p:spPr>
        <p:txBody>
          <a:bodyPr/>
          <a:lstStyle/>
          <a:p>
            <a:pPr>
              <a:defRPr/>
            </a:pPr>
            <a:r>
              <a:rPr lang="en-US" sz="3200" b="1" u="sng" dirty="0"/>
              <a:t>Course Learning Objectives</a:t>
            </a:r>
          </a:p>
        </p:txBody>
      </p:sp>
      <p:sp>
        <p:nvSpPr>
          <p:cNvPr id="34818" name="Content Placeholder 2"/>
          <p:cNvSpPr>
            <a:spLocks noGrp="1"/>
          </p:cNvSpPr>
          <p:nvPr>
            <p:ph idx="1"/>
          </p:nvPr>
        </p:nvSpPr>
        <p:spPr>
          <a:xfrm>
            <a:off x="379400" y="2778760"/>
            <a:ext cx="11433200" cy="2758678"/>
          </a:xfrm>
        </p:spPr>
        <p:txBody>
          <a:bodyPr rtlCol="0">
            <a:noAutofit/>
          </a:bodyPr>
          <a:lstStyle/>
          <a:p>
            <a:pPr algn="just">
              <a:lnSpc>
                <a:spcPct val="150000"/>
              </a:lnSpc>
              <a:buFont typeface="Wingdings" panose="05000000000000000000" pitchFamily="2" charset="2"/>
              <a:buChar char="Ø"/>
              <a:defRPr/>
            </a:pPr>
            <a:r>
              <a:rPr lang="en-US" sz="1814" dirty="0">
                <a:solidFill>
                  <a:schemeClr val="accent4">
                    <a:lumMod val="60000"/>
                    <a:lumOff val="40000"/>
                  </a:schemeClr>
                </a:solidFill>
              </a:rPr>
              <a:t>Explain and define fundamental programming concepts, including variables, data types, the sequential nature of program execution, and basic program input/output (I/O).</a:t>
            </a:r>
          </a:p>
          <a:p>
            <a:pPr algn="just">
              <a:lnSpc>
                <a:spcPct val="150000"/>
              </a:lnSpc>
              <a:buFont typeface="Wingdings" panose="05000000000000000000" pitchFamily="2" charset="2"/>
              <a:buChar char="Ø"/>
              <a:defRPr/>
            </a:pPr>
            <a:r>
              <a:rPr lang="en-US" sz="1814" dirty="0">
                <a:solidFill>
                  <a:schemeClr val="accent4">
                    <a:lumMod val="60000"/>
                    <a:lumOff val="40000"/>
                  </a:schemeClr>
                </a:solidFill>
              </a:rPr>
              <a:t>Trace and debug simple programs to identify and correct basic syntax and logical errors. </a:t>
            </a:r>
          </a:p>
          <a:p>
            <a:pPr algn="just">
              <a:lnSpc>
                <a:spcPct val="150000"/>
              </a:lnSpc>
              <a:buFont typeface="Wingdings" panose="05000000000000000000" pitchFamily="2" charset="2"/>
              <a:buChar char="Ø"/>
              <a:defRPr/>
            </a:pPr>
            <a:r>
              <a:rPr lang="en-US" sz="1814" b="1" dirty="0">
                <a:solidFill>
                  <a:schemeClr val="accent6">
                    <a:lumMod val="75000"/>
                  </a:schemeClr>
                </a:solidFill>
              </a:rPr>
              <a:t>Apply basic programing concepts, such as conditional statements, loops, and functions, to solve small scale computational problems.</a:t>
            </a:r>
          </a:p>
          <a:p>
            <a:pPr algn="just">
              <a:lnSpc>
                <a:spcPct val="150000"/>
              </a:lnSpc>
              <a:buFont typeface="Wingdings" panose="05000000000000000000" pitchFamily="2" charset="2"/>
              <a:buChar char="Ø"/>
              <a:defRPr/>
            </a:pPr>
            <a:r>
              <a:rPr lang="en-US" sz="1814" dirty="0">
                <a:solidFill>
                  <a:schemeClr val="accent4">
                    <a:lumMod val="60000"/>
                    <a:lumOff val="40000"/>
                  </a:schemeClr>
                </a:solidFill>
              </a:rPr>
              <a:t>Decompose problems into smaller, manageable subroutines, and implement basic functions to enhance code modularity and reusability. </a:t>
            </a:r>
          </a:p>
          <a:p>
            <a:pPr algn="just">
              <a:lnSpc>
                <a:spcPct val="150000"/>
              </a:lnSpc>
              <a:buFont typeface="Wingdings" panose="05000000000000000000" pitchFamily="2" charset="2"/>
              <a:buChar char="Ø"/>
              <a:defRPr/>
            </a:pPr>
            <a:r>
              <a:rPr lang="en-US" sz="1814" dirty="0">
                <a:solidFill>
                  <a:schemeClr val="accent4">
                    <a:lumMod val="60000"/>
                    <a:lumOff val="40000"/>
                  </a:schemeClr>
                </a:solidFill>
              </a:rPr>
              <a:t>Collaborate with peers Work in a team to design and implement a software project that meets specific functional requirements.</a:t>
            </a:r>
          </a:p>
        </p:txBody>
      </p:sp>
      <p:sp>
        <p:nvSpPr>
          <p:cNvPr id="23557" name="Slide Number Placeholder 3"/>
          <p:cNvSpPr>
            <a:spLocks noGrp="1" noChangeArrowheads="1"/>
          </p:cNvSpPr>
          <p:nvPr>
            <p:ph type="sldNum" sz="quarter" idx="4294967295"/>
          </p:nvPr>
        </p:nvSpPr>
        <p:spPr bwMode="auto">
          <a:xfrm>
            <a:off x="10994812" y="6444943"/>
            <a:ext cx="770468" cy="3650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450"/>
              </a:spcAft>
              <a:buClr>
                <a:schemeClr val="accent2"/>
              </a:buClr>
              <a:buSzPct val="92000"/>
              <a:buFont typeface="Wingdings 2" panose="05020102010507070707" pitchFamily="18" charset="2"/>
              <a:buChar char=""/>
              <a:defRPr>
                <a:solidFill>
                  <a:schemeClr val="tx2"/>
                </a:solidFill>
                <a:latin typeface="Gill Sans MT" panose="020B0502020104020203" pitchFamily="34" charset="0"/>
              </a:defRPr>
            </a:lvl1pPr>
            <a:lvl2pPr marL="417908" indent="-160734">
              <a:spcBef>
                <a:spcPct val="20000"/>
              </a:spcBef>
              <a:spcAft>
                <a:spcPts val="450"/>
              </a:spcAft>
              <a:buClr>
                <a:schemeClr val="accent2"/>
              </a:buClr>
              <a:buSzPct val="92000"/>
              <a:buFont typeface="Wingdings 2" panose="05020102010507070707" pitchFamily="18" charset="2"/>
              <a:buChar char=""/>
              <a:defRPr sz="1200">
                <a:solidFill>
                  <a:schemeClr val="tx2"/>
                </a:solidFill>
                <a:latin typeface="Gill Sans MT" panose="020B0502020104020203" pitchFamily="34" charset="0"/>
              </a:defRPr>
            </a:lvl2pPr>
            <a:lvl3pPr marL="642934" indent="-128587">
              <a:spcBef>
                <a:spcPct val="20000"/>
              </a:spcBef>
              <a:spcAft>
                <a:spcPts val="450"/>
              </a:spcAft>
              <a:buClr>
                <a:schemeClr val="accent2"/>
              </a:buClr>
              <a:buSzPct val="92000"/>
              <a:buFont typeface="Wingdings 2" panose="05020102010507070707" pitchFamily="18" charset="2"/>
              <a:buChar char=""/>
              <a:defRPr sz="1050">
                <a:solidFill>
                  <a:schemeClr val="tx2"/>
                </a:solidFill>
                <a:latin typeface="Gill Sans MT" panose="020B0502020104020203" pitchFamily="34" charset="0"/>
              </a:defRPr>
            </a:lvl3pPr>
            <a:lvl4pPr marL="900107" indent="-128587">
              <a:spcBef>
                <a:spcPct val="20000"/>
              </a:spcBef>
              <a:spcAft>
                <a:spcPts val="450"/>
              </a:spcAft>
              <a:buClr>
                <a:schemeClr val="accent2"/>
              </a:buClr>
              <a:buSzPct val="92000"/>
              <a:buFont typeface="Wingdings 2" panose="05020102010507070707" pitchFamily="18" charset="2"/>
              <a:buChar char=""/>
              <a:defRPr sz="900">
                <a:solidFill>
                  <a:schemeClr val="tx2"/>
                </a:solidFill>
                <a:latin typeface="Gill Sans MT" panose="020B0502020104020203" pitchFamily="34" charset="0"/>
              </a:defRPr>
            </a:lvl4pPr>
            <a:lvl5pPr marL="1157281" indent="-128587">
              <a:spcBef>
                <a:spcPct val="20000"/>
              </a:spcBef>
              <a:spcAft>
                <a:spcPts val="450"/>
              </a:spcAft>
              <a:buClr>
                <a:schemeClr val="accent2"/>
              </a:buClr>
              <a:buSzPct val="92000"/>
              <a:buFont typeface="Wingdings 2" panose="05020102010507070707" pitchFamily="18" charset="2"/>
              <a:buChar char=""/>
              <a:defRPr sz="900">
                <a:solidFill>
                  <a:schemeClr val="tx2"/>
                </a:solidFill>
                <a:latin typeface="Gill Sans MT" panose="020B0502020104020203" pitchFamily="34" charset="0"/>
              </a:defRPr>
            </a:lvl5pPr>
            <a:lvl6pPr marL="1500178" indent="-128587" fontAlgn="base">
              <a:spcBef>
                <a:spcPct val="20000"/>
              </a:spcBef>
              <a:spcAft>
                <a:spcPts val="450"/>
              </a:spcAft>
              <a:buClr>
                <a:schemeClr val="accent2"/>
              </a:buClr>
              <a:buSzPct val="92000"/>
              <a:buFont typeface="Wingdings 2" panose="05020102010507070707" pitchFamily="18" charset="2"/>
              <a:buChar char=""/>
              <a:defRPr sz="900">
                <a:solidFill>
                  <a:schemeClr val="tx2"/>
                </a:solidFill>
                <a:latin typeface="Gill Sans MT" panose="020B0502020104020203" pitchFamily="34" charset="0"/>
              </a:defRPr>
            </a:lvl6pPr>
            <a:lvl7pPr marL="1843076" indent="-128587" fontAlgn="base">
              <a:spcBef>
                <a:spcPct val="20000"/>
              </a:spcBef>
              <a:spcAft>
                <a:spcPts val="450"/>
              </a:spcAft>
              <a:buClr>
                <a:schemeClr val="accent2"/>
              </a:buClr>
              <a:buSzPct val="92000"/>
              <a:buFont typeface="Wingdings 2" panose="05020102010507070707" pitchFamily="18" charset="2"/>
              <a:buChar char=""/>
              <a:defRPr sz="900">
                <a:solidFill>
                  <a:schemeClr val="tx2"/>
                </a:solidFill>
                <a:latin typeface="Gill Sans MT" panose="020B0502020104020203" pitchFamily="34" charset="0"/>
              </a:defRPr>
            </a:lvl7pPr>
            <a:lvl8pPr marL="2185975" indent="-128587" fontAlgn="base">
              <a:spcBef>
                <a:spcPct val="20000"/>
              </a:spcBef>
              <a:spcAft>
                <a:spcPts val="450"/>
              </a:spcAft>
              <a:buClr>
                <a:schemeClr val="accent2"/>
              </a:buClr>
              <a:buSzPct val="92000"/>
              <a:buFont typeface="Wingdings 2" panose="05020102010507070707" pitchFamily="18" charset="2"/>
              <a:buChar char=""/>
              <a:defRPr sz="900">
                <a:solidFill>
                  <a:schemeClr val="tx2"/>
                </a:solidFill>
                <a:latin typeface="Gill Sans MT" panose="020B0502020104020203" pitchFamily="34" charset="0"/>
              </a:defRPr>
            </a:lvl8pPr>
            <a:lvl9pPr marL="2528872" indent="-128587" fontAlgn="base">
              <a:spcBef>
                <a:spcPct val="20000"/>
              </a:spcBef>
              <a:spcAft>
                <a:spcPts val="450"/>
              </a:spcAft>
              <a:buClr>
                <a:schemeClr val="accent2"/>
              </a:buClr>
              <a:buSzPct val="92000"/>
              <a:buFont typeface="Wingdings 2" panose="05020102010507070707" pitchFamily="18" charset="2"/>
              <a:buChar char=""/>
              <a:defRPr sz="900">
                <a:solidFill>
                  <a:schemeClr val="tx2"/>
                </a:solidFill>
                <a:latin typeface="Gill Sans MT" panose="020B0502020104020203" pitchFamily="34" charset="0"/>
              </a:defRPr>
            </a:lvl9pPr>
          </a:lstStyle>
          <a:p>
            <a:pPr>
              <a:spcBef>
                <a:spcPct val="0"/>
              </a:spcBef>
              <a:spcAft>
                <a:spcPct val="0"/>
              </a:spcAft>
              <a:buClrTx/>
              <a:buSzTx/>
              <a:buFontTx/>
              <a:buNone/>
            </a:pPr>
            <a:fld id="{58BF91E0-0E5B-4EFC-98D2-085973D90B5B}" type="slidenum">
              <a:rPr lang="en-US" altLang="en-US">
                <a:solidFill>
                  <a:srgbClr val="898989"/>
                </a:solidFill>
                <a:latin typeface="Times New Roman" panose="02020603050405020304" pitchFamily="18" charset="0"/>
              </a:rPr>
              <a:pPr>
                <a:spcBef>
                  <a:spcPct val="0"/>
                </a:spcBef>
                <a:spcAft>
                  <a:spcPct val="0"/>
                </a:spcAft>
                <a:buClrTx/>
                <a:buSzTx/>
                <a:buFontTx/>
                <a:buNone/>
              </a:pPr>
              <a:t>2</a:t>
            </a:fld>
            <a:endParaRPr lang="en-US" altLang="en-US" dirty="0">
              <a:solidFill>
                <a:srgbClr val="898989"/>
              </a:solidFill>
              <a:latin typeface="Times New Roman" panose="02020603050405020304" pitchFamily="18" charset="0"/>
            </a:endParaRPr>
          </a:p>
        </p:txBody>
      </p:sp>
      <p:pic>
        <p:nvPicPr>
          <p:cNvPr id="2" name="Picture 1">
            <a:extLst>
              <a:ext uri="{FF2B5EF4-FFF2-40B4-BE49-F238E27FC236}">
                <a16:creationId xmlns:a16="http://schemas.microsoft.com/office/drawing/2014/main" id="{C59F200A-3FAB-3CF9-1CEA-EDDAA77C3B0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9508490" y="848606"/>
            <a:ext cx="1973580" cy="758825"/>
          </a:xfrm>
          <a:prstGeom prst="rect">
            <a:avLst/>
          </a:prstGeom>
          <a:noFill/>
          <a:ln>
            <a:noFill/>
          </a:ln>
        </p:spPr>
      </p:pic>
    </p:spTree>
    <p:extLst>
      <p:ext uri="{BB962C8B-B14F-4D97-AF65-F5344CB8AC3E}">
        <p14:creationId xmlns:p14="http://schemas.microsoft.com/office/powerpoint/2010/main" val="3985514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p:nvPr/>
        </p:nvSpPr>
        <p:spPr>
          <a:xfrm>
            <a:off x="7249650" y="1766865"/>
            <a:ext cx="1875600" cy="1852800"/>
          </a:xfrm>
          <a:prstGeom prst="ellipse">
            <a:avLst/>
          </a:prstGeom>
          <a:noFill/>
          <a:ln w="9525" cap="flat" cmpd="sng">
            <a:solidFill>
              <a:srgbClr val="CFD8DC"/>
            </a:solidFill>
            <a:prstDash val="dash"/>
            <a:round/>
            <a:headEnd type="none" w="sm" len="sm"/>
            <a:tailEnd type="none" w="sm" len="sm"/>
          </a:ln>
        </p:spPr>
        <p:txBody>
          <a:bodyPr spcFirstLastPara="1" wrap="square" lIns="91425" tIns="91425" rIns="91425" bIns="91425" anchor="ctr" anchorCtr="0">
            <a:noAutofit/>
          </a:bodyPr>
          <a:lstStyle/>
          <a:p>
            <a:endParaRPr/>
          </a:p>
        </p:txBody>
      </p:sp>
      <p:cxnSp>
        <p:nvCxnSpPr>
          <p:cNvPr id="120" name="Google Shape;120;p18"/>
          <p:cNvCxnSpPr/>
          <p:nvPr/>
        </p:nvCxnSpPr>
        <p:spPr>
          <a:xfrm rot="10800000" flipH="1">
            <a:off x="8329299" y="1398202"/>
            <a:ext cx="143700" cy="377100"/>
          </a:xfrm>
          <a:prstGeom prst="straightConnector1">
            <a:avLst/>
          </a:prstGeom>
          <a:noFill/>
          <a:ln w="9525" cap="flat" cmpd="sng">
            <a:solidFill>
              <a:srgbClr val="CFD8DC"/>
            </a:solidFill>
            <a:prstDash val="solid"/>
            <a:round/>
            <a:headEnd type="none" w="med" len="med"/>
            <a:tailEnd type="none" w="med" len="med"/>
          </a:ln>
        </p:spPr>
      </p:cxnSp>
      <p:cxnSp>
        <p:nvCxnSpPr>
          <p:cNvPr id="121" name="Google Shape;121;p18"/>
          <p:cNvCxnSpPr/>
          <p:nvPr/>
        </p:nvCxnSpPr>
        <p:spPr>
          <a:xfrm flipH="1">
            <a:off x="8975750" y="2039375"/>
            <a:ext cx="337200" cy="131100"/>
          </a:xfrm>
          <a:prstGeom prst="straightConnector1">
            <a:avLst/>
          </a:prstGeom>
          <a:noFill/>
          <a:ln w="9525" cap="flat" cmpd="sng">
            <a:solidFill>
              <a:srgbClr val="CFD8DC"/>
            </a:solidFill>
            <a:prstDash val="solid"/>
            <a:round/>
            <a:headEnd type="none" w="med" len="med"/>
            <a:tailEnd type="none" w="med" len="med"/>
          </a:ln>
        </p:spPr>
      </p:cxnSp>
      <p:cxnSp>
        <p:nvCxnSpPr>
          <p:cNvPr id="122" name="Google Shape;122;p18"/>
          <p:cNvCxnSpPr>
            <a:endCxn id="117" idx="6"/>
          </p:cNvCxnSpPr>
          <p:nvPr/>
        </p:nvCxnSpPr>
        <p:spPr>
          <a:xfrm rot="10800000">
            <a:off x="9125250" y="2693265"/>
            <a:ext cx="998100" cy="98100"/>
          </a:xfrm>
          <a:prstGeom prst="straightConnector1">
            <a:avLst/>
          </a:prstGeom>
          <a:noFill/>
          <a:ln w="9525" cap="flat" cmpd="sng">
            <a:solidFill>
              <a:srgbClr val="CFD8DC"/>
            </a:solidFill>
            <a:prstDash val="solid"/>
            <a:round/>
            <a:headEnd type="none" w="med" len="med"/>
            <a:tailEnd type="none" w="med" len="med"/>
          </a:ln>
        </p:spPr>
      </p:cxnSp>
      <p:sp>
        <p:nvSpPr>
          <p:cNvPr id="123" name="Google Shape;123;p18"/>
          <p:cNvSpPr/>
          <p:nvPr/>
        </p:nvSpPr>
        <p:spPr>
          <a:xfrm>
            <a:off x="7399408" y="1914787"/>
            <a:ext cx="1576200" cy="1556700"/>
          </a:xfrm>
          <a:prstGeom prst="ellipse">
            <a:avLst/>
          </a:prstGeom>
          <a:noFill/>
          <a:ln w="19050" cap="flat" cmpd="sng">
            <a:solidFill>
              <a:srgbClr val="CFD8DC"/>
            </a:solidFill>
            <a:prstDash val="solid"/>
            <a:round/>
            <a:headEnd type="none" w="sm" len="sm"/>
            <a:tailEnd type="none" w="sm" len="sm"/>
          </a:ln>
        </p:spPr>
        <p:txBody>
          <a:bodyPr spcFirstLastPara="1" wrap="square" lIns="91425" tIns="91425" rIns="91425" bIns="91425" anchor="ctr" anchorCtr="0">
            <a:noAutofit/>
          </a:bodyPr>
          <a:lstStyle/>
          <a:p>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6639" y="2046462"/>
            <a:ext cx="1171413" cy="1316864"/>
          </a:xfrm>
          <a:prstGeom prst="rect">
            <a:avLst/>
          </a:prstGeom>
        </p:spPr>
      </p:pic>
      <p:sp>
        <p:nvSpPr>
          <p:cNvPr id="11" name="Google Shape;110;p17"/>
          <p:cNvSpPr txBox="1">
            <a:spLocks/>
          </p:cNvSpPr>
          <p:nvPr/>
        </p:nvSpPr>
        <p:spPr>
          <a:xfrm>
            <a:off x="823473" y="1063889"/>
            <a:ext cx="5396030" cy="668625"/>
          </a:xfrm>
          <a:prstGeom prst="rect">
            <a:avLst/>
          </a:prstGeom>
        </p:spPr>
        <p:txBody>
          <a:bodyPr spcFirstLastPara="1" vert="horz" wrap="square" lIns="91425" tIns="91425" rIns="91425" bIns="91425" numCol="1" anchor="b" anchorCtr="0" compatLnSpc="1">
            <a:prstTxWarp prst="textNoShape">
              <a:avLst/>
            </a:prstTxWarp>
            <a:noAutofit/>
          </a:bodyPr>
          <a:lstStyle>
            <a:lvl1pPr algn="l" rtl="0" eaLnBrk="1" fontAlgn="base" hangingPunct="1">
              <a:spcBef>
                <a:spcPct val="0"/>
              </a:spcBef>
              <a:spcAft>
                <a:spcPct val="0"/>
              </a:spcAft>
              <a:defRPr sz="3200">
                <a:solidFill>
                  <a:schemeClr val="bg2"/>
                </a:solidFill>
                <a:latin typeface="+mj-lt"/>
                <a:ea typeface="+mj-ea"/>
                <a:cs typeface="+mj-cs"/>
              </a:defRPr>
            </a:lvl1pPr>
            <a:lvl2pPr algn="l" rtl="0" eaLnBrk="1" fontAlgn="base" hangingPunct="1">
              <a:spcBef>
                <a:spcPct val="0"/>
              </a:spcBef>
              <a:spcAft>
                <a:spcPct val="0"/>
              </a:spcAft>
              <a:defRPr sz="3200">
                <a:solidFill>
                  <a:schemeClr val="bg2"/>
                </a:solidFill>
                <a:latin typeface="Arial" charset="0"/>
              </a:defRPr>
            </a:lvl2pPr>
            <a:lvl3pPr algn="l" rtl="0" eaLnBrk="1" fontAlgn="base" hangingPunct="1">
              <a:spcBef>
                <a:spcPct val="0"/>
              </a:spcBef>
              <a:spcAft>
                <a:spcPct val="0"/>
              </a:spcAft>
              <a:defRPr sz="3200">
                <a:solidFill>
                  <a:schemeClr val="bg2"/>
                </a:solidFill>
                <a:latin typeface="Arial" charset="0"/>
              </a:defRPr>
            </a:lvl3pPr>
            <a:lvl4pPr algn="l" rtl="0" eaLnBrk="1" fontAlgn="base" hangingPunct="1">
              <a:spcBef>
                <a:spcPct val="0"/>
              </a:spcBef>
              <a:spcAft>
                <a:spcPct val="0"/>
              </a:spcAft>
              <a:defRPr sz="3200">
                <a:solidFill>
                  <a:schemeClr val="bg2"/>
                </a:solidFill>
                <a:latin typeface="Arial" charset="0"/>
              </a:defRPr>
            </a:lvl4pPr>
            <a:lvl5pPr algn="l" rtl="0" eaLnBrk="1" fontAlgn="base" hangingPunct="1">
              <a:spcBef>
                <a:spcPct val="0"/>
              </a:spcBef>
              <a:spcAft>
                <a:spcPct val="0"/>
              </a:spcAft>
              <a:defRPr sz="3200">
                <a:solidFill>
                  <a:schemeClr val="bg2"/>
                </a:solidFill>
                <a:latin typeface="Arial" charset="0"/>
              </a:defRPr>
            </a:lvl5pPr>
            <a:lvl6pPr marL="457200" algn="l" rtl="0" eaLnBrk="1" fontAlgn="base" hangingPunct="1">
              <a:spcBef>
                <a:spcPct val="0"/>
              </a:spcBef>
              <a:spcAft>
                <a:spcPct val="0"/>
              </a:spcAft>
              <a:defRPr sz="3200">
                <a:solidFill>
                  <a:schemeClr val="bg2"/>
                </a:solidFill>
                <a:latin typeface="Arial" charset="0"/>
              </a:defRPr>
            </a:lvl6pPr>
            <a:lvl7pPr marL="914400" algn="l" rtl="0" eaLnBrk="1" fontAlgn="base" hangingPunct="1">
              <a:spcBef>
                <a:spcPct val="0"/>
              </a:spcBef>
              <a:spcAft>
                <a:spcPct val="0"/>
              </a:spcAft>
              <a:defRPr sz="3200">
                <a:solidFill>
                  <a:schemeClr val="bg2"/>
                </a:solidFill>
                <a:latin typeface="Arial" charset="0"/>
              </a:defRPr>
            </a:lvl7pPr>
            <a:lvl8pPr marL="1371600" algn="l" rtl="0" eaLnBrk="1" fontAlgn="base" hangingPunct="1">
              <a:spcBef>
                <a:spcPct val="0"/>
              </a:spcBef>
              <a:spcAft>
                <a:spcPct val="0"/>
              </a:spcAft>
              <a:defRPr sz="3200">
                <a:solidFill>
                  <a:schemeClr val="bg2"/>
                </a:solidFill>
                <a:latin typeface="Arial" charset="0"/>
              </a:defRPr>
            </a:lvl8pPr>
            <a:lvl9pPr marL="1828800" algn="l" rtl="0" eaLnBrk="1" fontAlgn="base" hangingPunct="1">
              <a:spcBef>
                <a:spcPct val="0"/>
              </a:spcBef>
              <a:spcAft>
                <a:spcPct val="0"/>
              </a:spcAft>
              <a:defRPr sz="3200">
                <a:solidFill>
                  <a:schemeClr val="bg2"/>
                </a:solidFill>
                <a:latin typeface="Arial" charset="0"/>
              </a:defRPr>
            </a:lvl9pPr>
          </a:lstStyle>
          <a:p>
            <a:r>
              <a:rPr lang="en-US" sz="2800" b="1" kern="0" dirty="0">
                <a:solidFill>
                  <a:srgbClr val="C00000"/>
                </a:solidFill>
              </a:rPr>
              <a:t>Content</a:t>
            </a:r>
          </a:p>
        </p:txBody>
      </p:sp>
      <p:sp>
        <p:nvSpPr>
          <p:cNvPr id="2" name="Google Shape;118;p18">
            <a:extLst>
              <a:ext uri="{FF2B5EF4-FFF2-40B4-BE49-F238E27FC236}">
                <a16:creationId xmlns:a16="http://schemas.microsoft.com/office/drawing/2014/main" id="{CF326D8E-1874-155A-FFBE-9C03BF1D9C2D}"/>
              </a:ext>
            </a:extLst>
          </p:cNvPr>
          <p:cNvSpPr txBox="1">
            <a:spLocks/>
          </p:cNvSpPr>
          <p:nvPr/>
        </p:nvSpPr>
        <p:spPr>
          <a:xfrm>
            <a:off x="2839274" y="538949"/>
            <a:ext cx="6305076" cy="679213"/>
          </a:xfrm>
          <a:prstGeom prst="rect">
            <a:avLst/>
          </a:prstGeom>
        </p:spPr>
        <p:txBody>
          <a:bodyPr spcFirstLastPara="1" vert="horz" wrap="square" lIns="91425" tIns="91425" rIns="91425" bIns="91425" numCol="1" rtlCol="0" anchor="b" anchorCtr="0" compatLnSpc="1">
            <a:prstTxWarp prst="textNoShape">
              <a:avLst/>
            </a:prstTxWarp>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 b="1" dirty="0">
                <a:solidFill>
                  <a:srgbClr val="0070C0"/>
                </a:solidFill>
              </a:rPr>
              <a:t>Lecture 5: </a:t>
            </a:r>
            <a:r>
              <a:rPr lang="en-US" b="1" dirty="0">
                <a:solidFill>
                  <a:srgbClr val="0070C0"/>
                </a:solidFill>
              </a:rPr>
              <a:t>loops</a:t>
            </a:r>
          </a:p>
        </p:txBody>
      </p:sp>
      <p:sp>
        <p:nvSpPr>
          <p:cNvPr id="4" name="Slide Number Placeholder 3">
            <a:extLst>
              <a:ext uri="{FF2B5EF4-FFF2-40B4-BE49-F238E27FC236}">
                <a16:creationId xmlns:a16="http://schemas.microsoft.com/office/drawing/2014/main" id="{D3E7EFED-D691-17DA-513B-FED93CD7A838}"/>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6" name="Google Shape;119;p18">
            <a:extLst>
              <a:ext uri="{FF2B5EF4-FFF2-40B4-BE49-F238E27FC236}">
                <a16:creationId xmlns:a16="http://schemas.microsoft.com/office/drawing/2014/main" id="{0AA3ADF9-D059-F166-A27F-61056BA3943A}"/>
              </a:ext>
            </a:extLst>
          </p:cNvPr>
          <p:cNvSpPr txBox="1">
            <a:spLocks/>
          </p:cNvSpPr>
          <p:nvPr/>
        </p:nvSpPr>
        <p:spPr>
          <a:xfrm>
            <a:off x="1898331" y="2258876"/>
            <a:ext cx="5426198" cy="2617925"/>
          </a:xfrm>
          <a:prstGeom prst="rect">
            <a:avLst/>
          </a:prstGeom>
        </p:spPr>
        <p:txBody>
          <a:bodyPr spcFirstLastPara="1" vert="horz" wrap="square" lIns="91425" tIns="91425" rIns="91425" bIns="91425" numCol="1" rtlCol="0" anchor="t" anchorCtr="0" compatLnSpc="1">
            <a:prstTxWarp prst="textNoShape">
              <a:avLst/>
            </a:prstTxWarp>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50000"/>
              </a:lnSpc>
              <a:buFont typeface="+mj-lt"/>
              <a:buAutoNum type="arabicPeriod"/>
              <a:defRPr/>
            </a:pPr>
            <a:r>
              <a:rPr lang="en-US" sz="2000" b="1" dirty="0"/>
              <a:t>C++ Loops</a:t>
            </a:r>
          </a:p>
          <a:p>
            <a:pPr marL="0" indent="0">
              <a:lnSpc>
                <a:spcPct val="150000"/>
              </a:lnSpc>
              <a:buFont typeface="Wingdings 2" panose="05020102010507070707" pitchFamily="18" charset="2"/>
              <a:buNone/>
              <a:defRPr/>
            </a:pPr>
            <a:endParaRPr lang="en-US" sz="2000" b="1" dirty="0"/>
          </a:p>
          <a:p>
            <a:pPr>
              <a:lnSpc>
                <a:spcPct val="150000"/>
              </a:lnSpc>
              <a:buFont typeface="+mj-lt"/>
              <a:buAutoNum type="arabicPeriod"/>
              <a:defRPr/>
            </a:pPr>
            <a:endParaRPr lang="en-US" sz="2000" b="1" dirty="0"/>
          </a:p>
        </p:txBody>
      </p:sp>
    </p:spTree>
    <p:extLst>
      <p:ext uri="{BB962C8B-B14F-4D97-AF65-F5344CB8AC3E}">
        <p14:creationId xmlns:p14="http://schemas.microsoft.com/office/powerpoint/2010/main" val="813862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50;p21"/>
          <p:cNvSpPr txBox="1">
            <a:spLocks/>
          </p:cNvSpPr>
          <p:nvPr/>
        </p:nvSpPr>
        <p:spPr>
          <a:xfrm>
            <a:off x="4731726" y="97336"/>
            <a:ext cx="6590884" cy="475651"/>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accent1"/>
              </a:buClr>
              <a:buSzPts val="2000"/>
            </a:pPr>
            <a:r>
              <a:rPr lang="en-US" sz="2800" b="1" cap="all" dirty="0">
                <a:solidFill>
                  <a:srgbClr val="C00000"/>
                </a:solidFill>
                <a:latin typeface="+mj-lt"/>
                <a:ea typeface="+mj-ea"/>
                <a:cs typeface="+mj-cs"/>
              </a:rPr>
              <a:t> C++ Loops</a:t>
            </a:r>
          </a:p>
        </p:txBody>
      </p:sp>
      <p:sp>
        <p:nvSpPr>
          <p:cNvPr id="6" name="Rectangle 6"/>
          <p:cNvSpPr>
            <a:spLocks noChangeArrowheads="1"/>
          </p:cNvSpPr>
          <p:nvPr/>
        </p:nvSpPr>
        <p:spPr bwMode="auto">
          <a:xfrm>
            <a:off x="636657" y="707794"/>
            <a:ext cx="6590885" cy="611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defRPr sz="2000">
                <a:solidFill>
                  <a:schemeClr val="tx1"/>
                </a:solidFill>
                <a:latin typeface="Verdana" panose="020B0604030504040204" pitchFamily="34" charset="0"/>
                <a:cs typeface="Times New Roman" panose="02020603050405020304" pitchFamily="18" charset="0"/>
              </a:defRPr>
            </a:lvl3pPr>
            <a:lvl4pPr eaLnBrk="0" hangingPunct="0">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pPr marL="285750" lvl="1" algn="just" eaLnBrk="1" hangingPunct="1">
              <a:lnSpc>
                <a:spcPct val="90000"/>
              </a:lnSpc>
              <a:buFont typeface="Arial" panose="020B0604020202020204" pitchFamily="34" charset="0"/>
              <a:buChar char="•"/>
            </a:pPr>
            <a:r>
              <a:rPr lang="en-US" sz="2400" dirty="0">
                <a:latin typeface="+mn-lt"/>
              </a:rPr>
              <a:t>Loops can execute a block of code as long as a specified condition is reached.</a:t>
            </a:r>
          </a:p>
          <a:p>
            <a:pPr marL="342900" indent="-342900">
              <a:buFont typeface="Arial" panose="020B0604020202020204" pitchFamily="34" charset="0"/>
              <a:buChar char="•"/>
            </a:pPr>
            <a:r>
              <a:rPr lang="en-US" sz="2400" dirty="0">
                <a:latin typeface="+mn-lt"/>
              </a:rPr>
              <a:t>There are </a:t>
            </a:r>
            <a:r>
              <a:rPr lang="en-US" sz="2400" b="1" dirty="0">
                <a:solidFill>
                  <a:srgbClr val="C00000"/>
                </a:solidFill>
                <a:latin typeface="+mn-lt"/>
              </a:rPr>
              <a:t>3 types </a:t>
            </a:r>
            <a:r>
              <a:rPr lang="en-US" sz="2400" dirty="0">
                <a:latin typeface="+mn-lt"/>
              </a:rPr>
              <a:t>of loops in C++.</a:t>
            </a:r>
          </a:p>
          <a:p>
            <a:pPr marL="1200150" lvl="1" indent="-457200">
              <a:buFont typeface="+mj-lt"/>
              <a:buAutoNum type="arabicPeriod"/>
            </a:pPr>
            <a:r>
              <a:rPr lang="en-US" sz="2400" b="1" dirty="0">
                <a:solidFill>
                  <a:srgbClr val="C00000"/>
                </a:solidFill>
                <a:latin typeface="+mn-lt"/>
              </a:rPr>
              <a:t>while</a:t>
            </a:r>
            <a:r>
              <a:rPr lang="en-US" sz="2400" dirty="0">
                <a:latin typeface="+mn-lt"/>
              </a:rPr>
              <a:t> loop</a:t>
            </a:r>
          </a:p>
          <a:p>
            <a:pPr marL="1200150" lvl="1" indent="-457200">
              <a:buFont typeface="+mj-lt"/>
              <a:buAutoNum type="arabicPeriod"/>
            </a:pPr>
            <a:r>
              <a:rPr lang="en-US" sz="2400" b="1" dirty="0">
                <a:solidFill>
                  <a:srgbClr val="C00000"/>
                </a:solidFill>
                <a:latin typeface="+mn-lt"/>
              </a:rPr>
              <a:t>do...while </a:t>
            </a:r>
            <a:r>
              <a:rPr lang="en-US" sz="2400" dirty="0">
                <a:latin typeface="+mn-lt"/>
              </a:rPr>
              <a:t>loop</a:t>
            </a:r>
          </a:p>
          <a:p>
            <a:pPr marL="1200150" lvl="1" indent="-457200">
              <a:buFont typeface="+mj-lt"/>
              <a:buAutoNum type="arabicPeriod"/>
            </a:pPr>
            <a:r>
              <a:rPr lang="en-US" sz="2400" b="1" dirty="0">
                <a:solidFill>
                  <a:srgbClr val="C00000"/>
                </a:solidFill>
                <a:latin typeface="+mn-lt"/>
              </a:rPr>
              <a:t>for</a:t>
            </a:r>
            <a:r>
              <a:rPr lang="en-US" sz="2400" dirty="0">
                <a:latin typeface="+mn-lt"/>
              </a:rPr>
              <a:t> loop</a:t>
            </a:r>
          </a:p>
          <a:p>
            <a:pPr marL="0" lvl="1" indent="0" algn="just" eaLnBrk="1" hangingPunct="1">
              <a:lnSpc>
                <a:spcPct val="90000"/>
              </a:lnSpc>
            </a:pPr>
            <a:endParaRPr lang="en-US" sz="2400" b="1" dirty="0">
              <a:solidFill>
                <a:srgbClr val="0070C0"/>
              </a:solidFill>
              <a:latin typeface="+mn-lt"/>
            </a:endParaRPr>
          </a:p>
          <a:p>
            <a:pPr marL="0" lvl="1" indent="0" algn="just" eaLnBrk="1" hangingPunct="1">
              <a:lnSpc>
                <a:spcPct val="90000"/>
              </a:lnSpc>
            </a:pPr>
            <a:r>
              <a:rPr lang="en-US" sz="2400" b="1" dirty="0">
                <a:solidFill>
                  <a:srgbClr val="0070C0"/>
                </a:solidFill>
                <a:latin typeface="+mn-lt"/>
              </a:rPr>
              <a:t>1) C++ While Loop</a:t>
            </a:r>
          </a:p>
          <a:p>
            <a:pPr marL="0" lvl="1" indent="0" algn="just" eaLnBrk="1" hangingPunct="1">
              <a:lnSpc>
                <a:spcPct val="90000"/>
              </a:lnSpc>
            </a:pPr>
            <a:endParaRPr lang="en-US" sz="2400" b="1" dirty="0">
              <a:solidFill>
                <a:srgbClr val="0070C0"/>
              </a:solidFill>
              <a:latin typeface="+mn-lt"/>
            </a:endParaRPr>
          </a:p>
          <a:p>
            <a:pPr marL="0" lvl="1" indent="0" algn="just" eaLnBrk="1" hangingPunct="1">
              <a:lnSpc>
                <a:spcPct val="90000"/>
              </a:lnSpc>
            </a:pPr>
            <a:r>
              <a:rPr lang="en-US" sz="2400" dirty="0">
                <a:latin typeface="+mn-lt"/>
              </a:rPr>
              <a:t>The while loop loops through a block of code as long as a specified condition is true:</a:t>
            </a:r>
          </a:p>
          <a:p>
            <a:pPr marL="0" lvl="1" indent="0" algn="just" eaLnBrk="1" hangingPunct="1">
              <a:lnSpc>
                <a:spcPct val="90000"/>
              </a:lnSpc>
            </a:pPr>
            <a:endParaRPr lang="en-US" sz="2400" b="1" dirty="0">
              <a:solidFill>
                <a:srgbClr val="0070C0"/>
              </a:solidFill>
              <a:latin typeface="+mn-lt"/>
            </a:endParaRPr>
          </a:p>
          <a:p>
            <a:pPr lvl="1" eaLnBrk="1" hangingPunct="1">
              <a:lnSpc>
                <a:spcPct val="90000"/>
              </a:lnSpc>
            </a:pPr>
            <a:r>
              <a:rPr lang="en-US" dirty="0">
                <a:latin typeface="+mn-lt"/>
              </a:rPr>
              <a:t>	</a:t>
            </a:r>
            <a:r>
              <a:rPr lang="en-US" sz="2400" dirty="0">
                <a:solidFill>
                  <a:srgbClr val="0070C0"/>
                </a:solidFill>
                <a:latin typeface="+mn-lt"/>
              </a:rPr>
              <a:t>while </a:t>
            </a:r>
            <a:r>
              <a:rPr lang="en-US" sz="2400" dirty="0">
                <a:latin typeface="+mn-lt"/>
              </a:rPr>
              <a:t>(</a:t>
            </a:r>
            <a:r>
              <a:rPr lang="en-US" sz="2400" b="1" dirty="0">
                <a:solidFill>
                  <a:srgbClr val="C00000"/>
                </a:solidFill>
                <a:latin typeface="+mn-lt"/>
              </a:rPr>
              <a:t>condition</a:t>
            </a:r>
            <a:r>
              <a:rPr lang="en-US" sz="2400" dirty="0">
                <a:latin typeface="+mn-lt"/>
              </a:rPr>
              <a:t>) </a:t>
            </a:r>
          </a:p>
          <a:p>
            <a:pPr lvl="1" eaLnBrk="1" hangingPunct="1">
              <a:lnSpc>
                <a:spcPct val="90000"/>
              </a:lnSpc>
            </a:pPr>
            <a:r>
              <a:rPr lang="en-US" sz="2400" b="1" dirty="0">
                <a:latin typeface="+mn-lt"/>
              </a:rPr>
              <a:t>{</a:t>
            </a:r>
          </a:p>
          <a:p>
            <a:pPr lvl="1" eaLnBrk="1" hangingPunct="1">
              <a:lnSpc>
                <a:spcPct val="90000"/>
              </a:lnSpc>
            </a:pPr>
            <a:r>
              <a:rPr lang="en-US" sz="2400" dirty="0">
                <a:solidFill>
                  <a:srgbClr val="0070C0"/>
                </a:solidFill>
                <a:latin typeface="+mn-lt"/>
              </a:rPr>
              <a:t>  </a:t>
            </a:r>
            <a:r>
              <a:rPr lang="en-US" sz="2400" dirty="0">
                <a:solidFill>
                  <a:srgbClr val="00B050"/>
                </a:solidFill>
                <a:latin typeface="+mn-lt"/>
              </a:rPr>
              <a:t>// code block to be executed</a:t>
            </a:r>
          </a:p>
          <a:p>
            <a:pPr lvl="1" eaLnBrk="1" hangingPunct="1">
              <a:lnSpc>
                <a:spcPct val="90000"/>
              </a:lnSpc>
            </a:pPr>
            <a:r>
              <a:rPr lang="en-US" sz="2400" b="1" dirty="0">
                <a:latin typeface="+mn-lt"/>
              </a:rPr>
              <a:t>}</a:t>
            </a:r>
          </a:p>
          <a:p>
            <a:pPr lvl="1" eaLnBrk="1" hangingPunct="1">
              <a:lnSpc>
                <a:spcPct val="90000"/>
              </a:lnSpc>
            </a:pPr>
            <a:endParaRPr lang="en-US" dirty="0">
              <a:latin typeface="+mn-lt"/>
            </a:endParaRPr>
          </a:p>
          <a:p>
            <a:pPr lvl="1" eaLnBrk="1" hangingPunct="1">
              <a:lnSpc>
                <a:spcPct val="90000"/>
              </a:lnSpc>
            </a:pPr>
            <a:endParaRPr lang="en-US" dirty="0">
              <a:latin typeface="+mn-lt"/>
            </a:endParaRPr>
          </a:p>
        </p:txBody>
      </p:sp>
      <p:sp>
        <p:nvSpPr>
          <p:cNvPr id="2" name="Slide Number Placeholder 1">
            <a:extLst>
              <a:ext uri="{FF2B5EF4-FFF2-40B4-BE49-F238E27FC236}">
                <a16:creationId xmlns:a16="http://schemas.microsoft.com/office/drawing/2014/main" id="{1DA45AB2-F056-7C1D-B25C-0C0F0BC15AA3}"/>
              </a:ext>
            </a:extLst>
          </p:cNvPr>
          <p:cNvSpPr>
            <a:spLocks noGrp="1"/>
          </p:cNvSpPr>
          <p:nvPr>
            <p:ph type="sldNum" sz="quarter" idx="12"/>
          </p:nvPr>
        </p:nvSpPr>
        <p:spPr/>
        <p:txBody>
          <a:bodyPr/>
          <a:lstStyle/>
          <a:p>
            <a:fld id="{D57F1E4F-1CFF-5643-939E-217C01CDF565}" type="slidenum">
              <a:rPr lang="en-US" smtClean="0"/>
              <a:pPr/>
              <a:t>4</a:t>
            </a:fld>
            <a:endParaRPr lang="en-US" dirty="0"/>
          </a:p>
        </p:txBody>
      </p:sp>
      <p:pic>
        <p:nvPicPr>
          <p:cNvPr id="3" name="Picture 2">
            <a:extLst>
              <a:ext uri="{FF2B5EF4-FFF2-40B4-BE49-F238E27FC236}">
                <a16:creationId xmlns:a16="http://schemas.microsoft.com/office/drawing/2014/main" id="{D60205A2-BD5A-772F-CCA9-11BB417E2C4F}"/>
              </a:ext>
            </a:extLst>
          </p:cNvPr>
          <p:cNvPicPr>
            <a:picLocks noChangeAspect="1"/>
          </p:cNvPicPr>
          <p:nvPr/>
        </p:nvPicPr>
        <p:blipFill>
          <a:blip r:embed="rId3"/>
          <a:stretch>
            <a:fillRect/>
          </a:stretch>
        </p:blipFill>
        <p:spPr>
          <a:xfrm>
            <a:off x="7516909" y="833984"/>
            <a:ext cx="4427806" cy="5786190"/>
          </a:xfrm>
          <a:prstGeom prst="rect">
            <a:avLst/>
          </a:prstGeom>
        </p:spPr>
      </p:pic>
    </p:spTree>
    <p:extLst>
      <p:ext uri="{BB962C8B-B14F-4D97-AF65-F5344CB8AC3E}">
        <p14:creationId xmlns:p14="http://schemas.microsoft.com/office/powerpoint/2010/main" val="52431880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50;p21"/>
          <p:cNvSpPr txBox="1">
            <a:spLocks/>
          </p:cNvSpPr>
          <p:nvPr/>
        </p:nvSpPr>
        <p:spPr>
          <a:xfrm>
            <a:off x="4846899" y="84915"/>
            <a:ext cx="6590884" cy="475651"/>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accent1"/>
              </a:buClr>
              <a:buSzPts val="2000"/>
            </a:pPr>
            <a:r>
              <a:rPr lang="en-US" sz="2800" b="1" cap="all" dirty="0">
                <a:solidFill>
                  <a:srgbClr val="C00000"/>
                </a:solidFill>
                <a:latin typeface="+mj-lt"/>
                <a:ea typeface="+mj-ea"/>
                <a:cs typeface="+mj-cs"/>
              </a:rPr>
              <a:t> C++ Loops</a:t>
            </a:r>
          </a:p>
        </p:txBody>
      </p:sp>
      <p:sp>
        <p:nvSpPr>
          <p:cNvPr id="6" name="Rectangle 6"/>
          <p:cNvSpPr>
            <a:spLocks noChangeArrowheads="1"/>
          </p:cNvSpPr>
          <p:nvPr/>
        </p:nvSpPr>
        <p:spPr bwMode="auto">
          <a:xfrm>
            <a:off x="347290" y="560566"/>
            <a:ext cx="8798706" cy="1671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defRPr sz="2000">
                <a:solidFill>
                  <a:schemeClr val="tx1"/>
                </a:solidFill>
                <a:latin typeface="Verdana" panose="020B0604030504040204" pitchFamily="34" charset="0"/>
                <a:cs typeface="Times New Roman" panose="02020603050405020304" pitchFamily="18" charset="0"/>
              </a:defRPr>
            </a:lvl3pPr>
            <a:lvl4pPr eaLnBrk="0" hangingPunct="0">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pPr marL="0" lvl="1" indent="0" algn="just" eaLnBrk="1" hangingPunct="1">
              <a:lnSpc>
                <a:spcPct val="90000"/>
              </a:lnSpc>
            </a:pPr>
            <a:r>
              <a:rPr lang="en-US" sz="2800" b="1" dirty="0">
                <a:solidFill>
                  <a:srgbClr val="0070C0"/>
                </a:solidFill>
                <a:latin typeface="+mn-lt"/>
              </a:rPr>
              <a:t>1) C++ While Loop</a:t>
            </a:r>
          </a:p>
          <a:p>
            <a:pPr marL="0" lvl="1" indent="0" algn="just" eaLnBrk="1" hangingPunct="1">
              <a:lnSpc>
                <a:spcPct val="90000"/>
              </a:lnSpc>
            </a:pPr>
            <a:endParaRPr lang="en-US" sz="1050" b="1" dirty="0">
              <a:solidFill>
                <a:srgbClr val="0070C0"/>
              </a:solidFill>
              <a:latin typeface="+mn-lt"/>
            </a:endParaRPr>
          </a:p>
          <a:p>
            <a:pPr lvl="1" eaLnBrk="1" hangingPunct="1">
              <a:lnSpc>
                <a:spcPct val="90000"/>
              </a:lnSpc>
            </a:pPr>
            <a:r>
              <a:rPr lang="en-US" sz="2400" b="1" u="sng" dirty="0">
                <a:solidFill>
                  <a:srgbClr val="002060"/>
                </a:solidFill>
                <a:latin typeface="+mn-lt"/>
              </a:rPr>
              <a:t>Example:   </a:t>
            </a:r>
            <a:r>
              <a:rPr lang="en-US" sz="2400" b="1" dirty="0">
                <a:solidFill>
                  <a:srgbClr val="002060"/>
                </a:solidFill>
                <a:latin typeface="+mn-lt"/>
              </a:rPr>
              <a:t>C++ Program to print numbers from 1 to 5</a:t>
            </a:r>
          </a:p>
          <a:p>
            <a:pPr lvl="1" eaLnBrk="1" hangingPunct="1">
              <a:lnSpc>
                <a:spcPct val="90000"/>
              </a:lnSpc>
            </a:pPr>
            <a:endParaRPr lang="en-US" sz="2400" b="1" dirty="0">
              <a:solidFill>
                <a:srgbClr val="002060"/>
              </a:solidFill>
              <a:latin typeface="+mn-lt"/>
            </a:endParaRPr>
          </a:p>
          <a:p>
            <a:pPr lvl="1" eaLnBrk="1" hangingPunct="1">
              <a:lnSpc>
                <a:spcPct val="90000"/>
              </a:lnSpc>
            </a:pPr>
            <a:endParaRPr lang="en-US" sz="2400" dirty="0">
              <a:latin typeface="+mn-lt"/>
            </a:endParaRPr>
          </a:p>
        </p:txBody>
      </p:sp>
      <p:sp>
        <p:nvSpPr>
          <p:cNvPr id="2" name="Rectangle 1"/>
          <p:cNvSpPr/>
          <p:nvPr/>
        </p:nvSpPr>
        <p:spPr>
          <a:xfrm>
            <a:off x="1804685" y="1806747"/>
            <a:ext cx="8077200" cy="4154984"/>
          </a:xfrm>
          <a:prstGeom prst="rect">
            <a:avLst/>
          </a:prstGeom>
        </p:spPr>
        <p:txBody>
          <a:bodyPr wrap="square">
            <a:spAutoFit/>
          </a:bodyPr>
          <a:lstStyle/>
          <a:p>
            <a:r>
              <a:rPr lang="en-US" sz="2400" dirty="0">
                <a:solidFill>
                  <a:srgbClr val="002060"/>
                </a:solidFill>
              </a:rPr>
              <a:t>#include &lt;iostream&gt;</a:t>
            </a:r>
          </a:p>
          <a:p>
            <a:r>
              <a:rPr lang="en-US" sz="2400" dirty="0">
                <a:solidFill>
                  <a:srgbClr val="002060"/>
                </a:solidFill>
              </a:rPr>
              <a:t>using namespace std;</a:t>
            </a:r>
          </a:p>
          <a:p>
            <a:r>
              <a:rPr lang="en-US" sz="2400" dirty="0"/>
              <a:t>int </a:t>
            </a:r>
            <a:r>
              <a:rPr lang="en-US" sz="2400" b="1" dirty="0">
                <a:solidFill>
                  <a:srgbClr val="C00000"/>
                </a:solidFill>
              </a:rPr>
              <a:t>main() </a:t>
            </a:r>
            <a:r>
              <a:rPr lang="en-US" sz="2400" dirty="0"/>
              <a:t>{</a:t>
            </a:r>
          </a:p>
          <a:p>
            <a:r>
              <a:rPr lang="nn-NO" sz="2400" dirty="0">
                <a:solidFill>
                  <a:srgbClr val="0000CD"/>
                </a:solidFill>
              </a:rPr>
              <a:t>int</a:t>
            </a:r>
            <a:r>
              <a:rPr lang="nn-NO" sz="2400" dirty="0"/>
              <a:t> i = </a:t>
            </a:r>
            <a:r>
              <a:rPr lang="nn-NO" sz="2400" dirty="0">
                <a:solidFill>
                  <a:srgbClr val="FF0000"/>
                </a:solidFill>
              </a:rPr>
              <a:t>0</a:t>
            </a:r>
            <a:r>
              <a:rPr lang="nn-NO" sz="2400" dirty="0"/>
              <a:t>;</a:t>
            </a:r>
            <a:br>
              <a:rPr lang="nn-NO" sz="2400" dirty="0"/>
            </a:br>
            <a:r>
              <a:rPr lang="nn-NO" sz="2400" dirty="0">
                <a:solidFill>
                  <a:srgbClr val="0000CD"/>
                </a:solidFill>
              </a:rPr>
              <a:t>while</a:t>
            </a:r>
            <a:r>
              <a:rPr lang="nn-NO" sz="2400" dirty="0"/>
              <a:t> (i &lt; </a:t>
            </a:r>
            <a:r>
              <a:rPr lang="nn-NO" sz="2400" dirty="0">
                <a:solidFill>
                  <a:srgbClr val="FF0000"/>
                </a:solidFill>
              </a:rPr>
              <a:t>5</a:t>
            </a:r>
            <a:r>
              <a:rPr lang="nn-NO" sz="2400" dirty="0"/>
              <a:t>) </a:t>
            </a:r>
          </a:p>
          <a:p>
            <a:r>
              <a:rPr lang="nn-NO" sz="2400" dirty="0"/>
              <a:t>{</a:t>
            </a:r>
            <a:br>
              <a:rPr lang="nn-NO" sz="2400" dirty="0"/>
            </a:br>
            <a:r>
              <a:rPr lang="nn-NO" sz="2400" dirty="0"/>
              <a:t>  cout &lt;&lt; i &lt;&lt; </a:t>
            </a:r>
            <a:r>
              <a:rPr lang="nn-NO" sz="2400" dirty="0">
                <a:solidFill>
                  <a:srgbClr val="A52A2A"/>
                </a:solidFill>
              </a:rPr>
              <a:t>"\n"</a:t>
            </a:r>
            <a:r>
              <a:rPr lang="nn-NO" sz="2400" dirty="0"/>
              <a:t>;</a:t>
            </a:r>
            <a:br>
              <a:rPr lang="nn-NO" sz="2400" dirty="0"/>
            </a:br>
            <a:r>
              <a:rPr lang="nn-NO" sz="2400" dirty="0"/>
              <a:t>  i++;</a:t>
            </a:r>
            <a:br>
              <a:rPr lang="nn-NO" sz="2400" dirty="0"/>
            </a:br>
            <a:r>
              <a:rPr lang="nn-NO" sz="2400" dirty="0"/>
              <a:t>} </a:t>
            </a:r>
          </a:p>
          <a:p>
            <a:r>
              <a:rPr lang="nn-NO" sz="2400" dirty="0"/>
              <a:t>    </a:t>
            </a:r>
            <a:r>
              <a:rPr lang="nn-NO" sz="2400" b="1" dirty="0">
                <a:solidFill>
                  <a:srgbClr val="C00000"/>
                </a:solidFill>
              </a:rPr>
              <a:t>return 0</a:t>
            </a:r>
            <a:r>
              <a:rPr lang="nn-NO" sz="2400" dirty="0"/>
              <a:t>;</a:t>
            </a:r>
          </a:p>
          <a:p>
            <a:r>
              <a:rPr lang="nn-NO" sz="2400" dirty="0"/>
              <a:t>}</a:t>
            </a:r>
            <a:endParaRPr lang="en-US" sz="2400" dirty="0"/>
          </a:p>
        </p:txBody>
      </p:sp>
      <p:sp>
        <p:nvSpPr>
          <p:cNvPr id="3" name="Slide Number Placeholder 2">
            <a:extLst>
              <a:ext uri="{FF2B5EF4-FFF2-40B4-BE49-F238E27FC236}">
                <a16:creationId xmlns:a16="http://schemas.microsoft.com/office/drawing/2014/main" id="{C986C0D6-C30A-51C6-CC8F-376D58BDDDCA}"/>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354742527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50;p21"/>
          <p:cNvSpPr txBox="1">
            <a:spLocks/>
          </p:cNvSpPr>
          <p:nvPr/>
        </p:nvSpPr>
        <p:spPr>
          <a:xfrm>
            <a:off x="4731726" y="13449"/>
            <a:ext cx="6590884" cy="475651"/>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accent1"/>
              </a:buClr>
              <a:buSzPts val="2000"/>
            </a:pPr>
            <a:r>
              <a:rPr lang="en-US" sz="2800" b="1" cap="all" dirty="0">
                <a:solidFill>
                  <a:srgbClr val="C00000"/>
                </a:solidFill>
                <a:latin typeface="+mj-lt"/>
                <a:ea typeface="+mj-ea"/>
                <a:cs typeface="+mj-cs"/>
              </a:rPr>
              <a:t> C++ Loops</a:t>
            </a:r>
          </a:p>
        </p:txBody>
      </p:sp>
      <p:sp>
        <p:nvSpPr>
          <p:cNvPr id="6" name="Rectangle 6"/>
          <p:cNvSpPr>
            <a:spLocks noChangeArrowheads="1"/>
          </p:cNvSpPr>
          <p:nvPr/>
        </p:nvSpPr>
        <p:spPr bwMode="auto">
          <a:xfrm>
            <a:off x="869390" y="1014670"/>
            <a:ext cx="6688878" cy="4081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defRPr sz="2000">
                <a:solidFill>
                  <a:schemeClr val="tx1"/>
                </a:solidFill>
                <a:latin typeface="Verdana" panose="020B0604030504040204" pitchFamily="34" charset="0"/>
                <a:cs typeface="Times New Roman" panose="02020603050405020304" pitchFamily="18" charset="0"/>
              </a:defRPr>
            </a:lvl3pPr>
            <a:lvl4pPr eaLnBrk="0" hangingPunct="0">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pPr marL="0" lvl="1" indent="0" algn="just" eaLnBrk="1" hangingPunct="1">
              <a:lnSpc>
                <a:spcPct val="90000"/>
              </a:lnSpc>
            </a:pPr>
            <a:r>
              <a:rPr lang="en-US" sz="2400" b="1" dirty="0">
                <a:solidFill>
                  <a:srgbClr val="0070C0"/>
                </a:solidFill>
                <a:latin typeface="+mn-lt"/>
              </a:rPr>
              <a:t>2) Do/While Loop</a:t>
            </a:r>
          </a:p>
          <a:p>
            <a:pPr marL="0" lvl="1" indent="0" algn="just" eaLnBrk="1" hangingPunct="1">
              <a:lnSpc>
                <a:spcPct val="90000"/>
              </a:lnSpc>
            </a:pPr>
            <a:endParaRPr lang="en-US" sz="2400" b="1" dirty="0">
              <a:solidFill>
                <a:srgbClr val="0070C0"/>
              </a:solidFill>
              <a:latin typeface="+mn-lt"/>
            </a:endParaRPr>
          </a:p>
          <a:p>
            <a:pPr marL="0" lvl="1" indent="0" algn="just" eaLnBrk="1" hangingPunct="1">
              <a:lnSpc>
                <a:spcPct val="90000"/>
              </a:lnSpc>
            </a:pPr>
            <a:r>
              <a:rPr lang="en-US" sz="2400" dirty="0">
                <a:latin typeface="+mn-lt"/>
              </a:rPr>
              <a:t>The do/while loop is a variant of the while loop. This loop will execute the code block once, before checking if the condition is true, then it will repeat the loop as long as the condition is true. </a:t>
            </a:r>
          </a:p>
          <a:p>
            <a:pPr marL="0" lvl="1" indent="0" algn="just" eaLnBrk="1" hangingPunct="1">
              <a:lnSpc>
                <a:spcPct val="90000"/>
              </a:lnSpc>
            </a:pPr>
            <a:endParaRPr lang="en-US" sz="2400" b="1" dirty="0">
              <a:solidFill>
                <a:srgbClr val="0070C0"/>
              </a:solidFill>
              <a:latin typeface="+mn-lt"/>
            </a:endParaRPr>
          </a:p>
          <a:p>
            <a:pPr lvl="1" eaLnBrk="1" hangingPunct="1">
              <a:lnSpc>
                <a:spcPct val="90000"/>
              </a:lnSpc>
            </a:pPr>
            <a:r>
              <a:rPr lang="en-US" sz="2400" b="1" dirty="0">
                <a:solidFill>
                  <a:srgbClr val="0070C0"/>
                </a:solidFill>
                <a:latin typeface="+mn-lt"/>
              </a:rPr>
              <a:t>do </a:t>
            </a:r>
          </a:p>
          <a:p>
            <a:pPr lvl="1" eaLnBrk="1" hangingPunct="1">
              <a:lnSpc>
                <a:spcPct val="90000"/>
              </a:lnSpc>
            </a:pPr>
            <a:r>
              <a:rPr lang="en-US" sz="2400" dirty="0">
                <a:latin typeface="+mn-lt"/>
              </a:rPr>
              <a:t>{</a:t>
            </a:r>
            <a:br>
              <a:rPr lang="en-US" sz="2400" dirty="0">
                <a:solidFill>
                  <a:srgbClr val="0070C0"/>
                </a:solidFill>
                <a:latin typeface="+mn-lt"/>
              </a:rPr>
            </a:br>
            <a:r>
              <a:rPr lang="en-US" sz="2400" dirty="0">
                <a:solidFill>
                  <a:srgbClr val="0070C0"/>
                </a:solidFill>
                <a:latin typeface="+mn-lt"/>
              </a:rPr>
              <a:t> </a:t>
            </a:r>
            <a:r>
              <a:rPr lang="en-US" sz="2400" dirty="0">
                <a:solidFill>
                  <a:srgbClr val="00B050"/>
                </a:solidFill>
                <a:latin typeface="+mn-lt"/>
              </a:rPr>
              <a:t> // code block to be executed</a:t>
            </a:r>
          </a:p>
          <a:p>
            <a:pPr lvl="1" eaLnBrk="1" hangingPunct="1">
              <a:lnSpc>
                <a:spcPct val="90000"/>
              </a:lnSpc>
            </a:pPr>
            <a:r>
              <a:rPr lang="en-US" sz="2400" dirty="0">
                <a:latin typeface="+mn-lt"/>
              </a:rPr>
              <a:t>}</a:t>
            </a:r>
          </a:p>
          <a:p>
            <a:pPr lvl="1" eaLnBrk="1" hangingPunct="1">
              <a:lnSpc>
                <a:spcPct val="90000"/>
              </a:lnSpc>
            </a:pPr>
            <a:r>
              <a:rPr lang="en-US" sz="2400" b="1" dirty="0">
                <a:solidFill>
                  <a:srgbClr val="0070C0"/>
                </a:solidFill>
                <a:latin typeface="+mn-lt"/>
              </a:rPr>
              <a:t>while</a:t>
            </a:r>
            <a:r>
              <a:rPr lang="en-US" sz="2400" dirty="0">
                <a:solidFill>
                  <a:srgbClr val="0070C0"/>
                </a:solidFill>
                <a:latin typeface="+mn-lt"/>
              </a:rPr>
              <a:t> </a:t>
            </a:r>
            <a:r>
              <a:rPr lang="en-US" sz="2400" dirty="0">
                <a:latin typeface="+mn-lt"/>
              </a:rPr>
              <a:t>(</a:t>
            </a:r>
            <a:r>
              <a:rPr lang="en-US" sz="2400" b="1" dirty="0">
                <a:solidFill>
                  <a:srgbClr val="C00000"/>
                </a:solidFill>
                <a:latin typeface="+mn-lt"/>
              </a:rPr>
              <a:t>condition</a:t>
            </a:r>
            <a:r>
              <a:rPr lang="en-US" sz="2400" dirty="0">
                <a:latin typeface="+mn-lt"/>
              </a:rPr>
              <a:t>);</a:t>
            </a:r>
            <a:endParaRPr lang="en-US" dirty="0">
              <a:latin typeface="+mn-lt"/>
            </a:endParaRPr>
          </a:p>
        </p:txBody>
      </p:sp>
      <p:sp>
        <p:nvSpPr>
          <p:cNvPr id="2" name="Slide Number Placeholder 1">
            <a:extLst>
              <a:ext uri="{FF2B5EF4-FFF2-40B4-BE49-F238E27FC236}">
                <a16:creationId xmlns:a16="http://schemas.microsoft.com/office/drawing/2014/main" id="{D30B76E2-441A-0D02-B863-BC54C700B983}"/>
              </a:ext>
            </a:extLst>
          </p:cNvPr>
          <p:cNvSpPr>
            <a:spLocks noGrp="1"/>
          </p:cNvSpPr>
          <p:nvPr>
            <p:ph type="sldNum" sz="quarter" idx="12"/>
          </p:nvPr>
        </p:nvSpPr>
        <p:spPr/>
        <p:txBody>
          <a:bodyPr/>
          <a:lstStyle/>
          <a:p>
            <a:fld id="{D57F1E4F-1CFF-5643-939E-217C01CDF565}" type="slidenum">
              <a:rPr lang="en-US" smtClean="0"/>
              <a:pPr/>
              <a:t>6</a:t>
            </a:fld>
            <a:endParaRPr lang="en-US" dirty="0"/>
          </a:p>
        </p:txBody>
      </p:sp>
      <p:pic>
        <p:nvPicPr>
          <p:cNvPr id="3" name="Picture 2">
            <a:extLst>
              <a:ext uri="{FF2B5EF4-FFF2-40B4-BE49-F238E27FC236}">
                <a16:creationId xmlns:a16="http://schemas.microsoft.com/office/drawing/2014/main" id="{64A78677-45EC-DAE1-D011-4A07DB8EBFB2}"/>
              </a:ext>
            </a:extLst>
          </p:cNvPr>
          <p:cNvPicPr>
            <a:picLocks noChangeAspect="1"/>
          </p:cNvPicPr>
          <p:nvPr/>
        </p:nvPicPr>
        <p:blipFill>
          <a:blip r:embed="rId3"/>
          <a:stretch>
            <a:fillRect/>
          </a:stretch>
        </p:blipFill>
        <p:spPr>
          <a:xfrm>
            <a:off x="7689895" y="788473"/>
            <a:ext cx="4136595" cy="5281053"/>
          </a:xfrm>
          <a:prstGeom prst="rect">
            <a:avLst/>
          </a:prstGeom>
        </p:spPr>
      </p:pic>
    </p:spTree>
    <p:extLst>
      <p:ext uri="{BB962C8B-B14F-4D97-AF65-F5344CB8AC3E}">
        <p14:creationId xmlns:p14="http://schemas.microsoft.com/office/powerpoint/2010/main" val="405893310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50;p21"/>
          <p:cNvSpPr txBox="1">
            <a:spLocks/>
          </p:cNvSpPr>
          <p:nvPr/>
        </p:nvSpPr>
        <p:spPr>
          <a:xfrm>
            <a:off x="4708002" y="61131"/>
            <a:ext cx="6590884" cy="475651"/>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accent1"/>
              </a:buClr>
              <a:buSzPts val="2000"/>
            </a:pPr>
            <a:r>
              <a:rPr lang="en-US" sz="2800" b="1" cap="all" dirty="0">
                <a:solidFill>
                  <a:srgbClr val="C00000"/>
                </a:solidFill>
                <a:latin typeface="+mj-lt"/>
                <a:ea typeface="+mj-ea"/>
                <a:cs typeface="+mj-cs"/>
              </a:rPr>
              <a:t>C++ Loops</a:t>
            </a:r>
          </a:p>
        </p:txBody>
      </p:sp>
      <p:sp>
        <p:nvSpPr>
          <p:cNvPr id="6" name="Rectangle 6"/>
          <p:cNvSpPr>
            <a:spLocks noChangeArrowheads="1"/>
          </p:cNvSpPr>
          <p:nvPr/>
        </p:nvSpPr>
        <p:spPr bwMode="auto">
          <a:xfrm>
            <a:off x="598050" y="704157"/>
            <a:ext cx="10995899"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defRPr sz="2000">
                <a:solidFill>
                  <a:schemeClr val="tx1"/>
                </a:solidFill>
                <a:latin typeface="Verdana" panose="020B0604030504040204" pitchFamily="34" charset="0"/>
                <a:cs typeface="Times New Roman" panose="02020603050405020304" pitchFamily="18" charset="0"/>
              </a:defRPr>
            </a:lvl3pPr>
            <a:lvl4pPr eaLnBrk="0" hangingPunct="0">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pPr marL="0" lvl="1" indent="0" algn="just" eaLnBrk="1" hangingPunct="1">
              <a:lnSpc>
                <a:spcPct val="90000"/>
              </a:lnSpc>
            </a:pPr>
            <a:r>
              <a:rPr lang="en-US" sz="2400" b="1" dirty="0">
                <a:solidFill>
                  <a:srgbClr val="0070C0"/>
                </a:solidFill>
                <a:latin typeface="+mn-lt"/>
              </a:rPr>
              <a:t>2) Do/While Loop </a:t>
            </a:r>
            <a:r>
              <a:rPr lang="en-US" sz="2400" b="1" dirty="0">
                <a:solidFill>
                  <a:srgbClr val="FF0000"/>
                </a:solidFill>
                <a:latin typeface="+mn-lt"/>
              </a:rPr>
              <a:t>Example</a:t>
            </a:r>
          </a:p>
          <a:p>
            <a:pPr marL="0" lvl="1" indent="0" algn="just" eaLnBrk="1" hangingPunct="1">
              <a:lnSpc>
                <a:spcPct val="90000"/>
              </a:lnSpc>
            </a:pPr>
            <a:endParaRPr lang="en-US" sz="2400" b="1" dirty="0">
              <a:solidFill>
                <a:srgbClr val="0070C0"/>
              </a:solidFill>
              <a:latin typeface="+mn-lt"/>
            </a:endParaRPr>
          </a:p>
          <a:p>
            <a:pPr marL="0" lvl="1" indent="0" algn="just" eaLnBrk="1" hangingPunct="1">
              <a:lnSpc>
                <a:spcPct val="90000"/>
              </a:lnSpc>
            </a:pPr>
            <a:r>
              <a:rPr lang="en-US" sz="2400" dirty="0">
                <a:latin typeface="+mn-lt"/>
              </a:rPr>
              <a:t>The example below uses a do/while loop. The loop will always be executed at least once, even if the condition is false, because the code block is executed before the condition is tested:</a:t>
            </a:r>
          </a:p>
        </p:txBody>
      </p:sp>
      <p:sp>
        <p:nvSpPr>
          <p:cNvPr id="3" name="Rectangle 2"/>
          <p:cNvSpPr/>
          <p:nvPr/>
        </p:nvSpPr>
        <p:spPr>
          <a:xfrm>
            <a:off x="1981199" y="3245356"/>
            <a:ext cx="8229600" cy="2308324"/>
          </a:xfrm>
          <a:prstGeom prst="rect">
            <a:avLst/>
          </a:prstGeom>
        </p:spPr>
        <p:txBody>
          <a:bodyPr wrap="square">
            <a:spAutoFit/>
          </a:bodyPr>
          <a:lstStyle/>
          <a:p>
            <a:r>
              <a:rPr lang="en-US" sz="2400" dirty="0">
                <a:solidFill>
                  <a:srgbClr val="0000CD"/>
                </a:solidFill>
              </a:rPr>
              <a:t>int</a:t>
            </a:r>
            <a:r>
              <a:rPr lang="en-US" sz="2400" dirty="0"/>
              <a:t> </a:t>
            </a:r>
            <a:r>
              <a:rPr lang="en-US" sz="2400" dirty="0" err="1"/>
              <a:t>i</a:t>
            </a:r>
            <a:r>
              <a:rPr lang="en-US" sz="2400" dirty="0"/>
              <a:t> = </a:t>
            </a:r>
            <a:r>
              <a:rPr lang="en-US" sz="2400" dirty="0">
                <a:solidFill>
                  <a:srgbClr val="FF0000"/>
                </a:solidFill>
              </a:rPr>
              <a:t>0</a:t>
            </a:r>
            <a:r>
              <a:rPr lang="en-US" sz="2400" dirty="0"/>
              <a:t>;</a:t>
            </a:r>
            <a:br>
              <a:rPr lang="en-US" sz="2400" dirty="0"/>
            </a:br>
            <a:r>
              <a:rPr lang="en-US" sz="2400" dirty="0">
                <a:solidFill>
                  <a:srgbClr val="0000CD"/>
                </a:solidFill>
              </a:rPr>
              <a:t>do</a:t>
            </a:r>
            <a:r>
              <a:rPr lang="en-US" sz="2400" dirty="0"/>
              <a:t> {</a:t>
            </a:r>
            <a:br>
              <a:rPr lang="en-US" sz="2400" dirty="0"/>
            </a:br>
            <a:r>
              <a:rPr lang="en-US" sz="2400" dirty="0"/>
              <a:t>  </a:t>
            </a:r>
            <a:r>
              <a:rPr lang="en-US" sz="2400" dirty="0" err="1"/>
              <a:t>cout</a:t>
            </a:r>
            <a:r>
              <a:rPr lang="en-US" sz="2400" dirty="0"/>
              <a:t> &lt;&lt; </a:t>
            </a:r>
            <a:r>
              <a:rPr lang="en-US" sz="2400" dirty="0" err="1"/>
              <a:t>i</a:t>
            </a:r>
            <a:r>
              <a:rPr lang="en-US" sz="2400" dirty="0"/>
              <a:t> &lt;&lt; </a:t>
            </a:r>
            <a:r>
              <a:rPr lang="en-US" sz="2400" dirty="0">
                <a:solidFill>
                  <a:srgbClr val="A52A2A"/>
                </a:solidFill>
              </a:rPr>
              <a:t>"\n"</a:t>
            </a:r>
            <a:r>
              <a:rPr lang="en-US" sz="2400" dirty="0"/>
              <a:t>;</a:t>
            </a:r>
            <a:br>
              <a:rPr lang="en-US" sz="2400" dirty="0"/>
            </a:br>
            <a:r>
              <a:rPr lang="en-US" sz="2400" dirty="0"/>
              <a:t>  </a:t>
            </a:r>
            <a:r>
              <a:rPr lang="en-US" sz="2400" dirty="0" err="1"/>
              <a:t>i</a:t>
            </a:r>
            <a:r>
              <a:rPr lang="en-US" sz="2400" dirty="0"/>
              <a:t>++;</a:t>
            </a:r>
            <a:br>
              <a:rPr lang="en-US" sz="2400" dirty="0"/>
            </a:br>
            <a:r>
              <a:rPr lang="en-US" sz="2400" dirty="0"/>
              <a:t>}</a:t>
            </a:r>
            <a:br>
              <a:rPr lang="en-US" sz="2400" dirty="0"/>
            </a:br>
            <a:r>
              <a:rPr lang="en-US" sz="2400" dirty="0">
                <a:solidFill>
                  <a:srgbClr val="0000CD"/>
                </a:solidFill>
              </a:rPr>
              <a:t>while</a:t>
            </a:r>
            <a:r>
              <a:rPr lang="en-US" sz="2400" dirty="0"/>
              <a:t> (</a:t>
            </a:r>
            <a:r>
              <a:rPr lang="en-US" sz="2400" dirty="0" err="1"/>
              <a:t>i</a:t>
            </a:r>
            <a:r>
              <a:rPr lang="en-US" sz="2400" dirty="0"/>
              <a:t> &lt; </a:t>
            </a:r>
            <a:r>
              <a:rPr lang="en-US" sz="2400" dirty="0">
                <a:solidFill>
                  <a:srgbClr val="FF0000"/>
                </a:solidFill>
              </a:rPr>
              <a:t>5</a:t>
            </a:r>
            <a:r>
              <a:rPr lang="en-US" sz="2400" dirty="0"/>
              <a:t>);</a:t>
            </a:r>
          </a:p>
        </p:txBody>
      </p:sp>
      <p:sp>
        <p:nvSpPr>
          <p:cNvPr id="2" name="Slide Number Placeholder 1">
            <a:extLst>
              <a:ext uri="{FF2B5EF4-FFF2-40B4-BE49-F238E27FC236}">
                <a16:creationId xmlns:a16="http://schemas.microsoft.com/office/drawing/2014/main" id="{82DCBAE2-183D-5370-6793-FFAFAAA07A53}"/>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129254281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ChangeArrowheads="1"/>
          </p:cNvSpPr>
          <p:nvPr/>
        </p:nvSpPr>
        <p:spPr bwMode="auto">
          <a:xfrm>
            <a:off x="674777" y="613570"/>
            <a:ext cx="6875313"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defRPr sz="2000">
                <a:solidFill>
                  <a:schemeClr val="tx1"/>
                </a:solidFill>
                <a:latin typeface="Verdana" panose="020B0604030504040204" pitchFamily="34" charset="0"/>
                <a:cs typeface="Times New Roman" panose="02020603050405020304" pitchFamily="18" charset="0"/>
              </a:defRPr>
            </a:lvl3pPr>
            <a:lvl4pPr eaLnBrk="0" hangingPunct="0">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pPr marL="0" lvl="1" indent="0" algn="just" eaLnBrk="1" hangingPunct="1">
              <a:lnSpc>
                <a:spcPct val="90000"/>
              </a:lnSpc>
            </a:pPr>
            <a:r>
              <a:rPr lang="en-US" sz="2400" b="1" dirty="0">
                <a:solidFill>
                  <a:srgbClr val="0070C0"/>
                </a:solidFill>
                <a:latin typeface="+mn-lt"/>
              </a:rPr>
              <a:t>3) C++ For Loop</a:t>
            </a:r>
          </a:p>
          <a:p>
            <a:pPr marL="0" lvl="1" indent="0" algn="just" eaLnBrk="1" hangingPunct="1">
              <a:lnSpc>
                <a:spcPct val="90000"/>
              </a:lnSpc>
            </a:pPr>
            <a:endParaRPr lang="en-US" sz="2400" b="1" dirty="0">
              <a:solidFill>
                <a:srgbClr val="0070C0"/>
              </a:solidFill>
              <a:latin typeface="+mn-lt"/>
            </a:endParaRPr>
          </a:p>
          <a:p>
            <a:pPr marL="0" lvl="1" indent="0" algn="just" eaLnBrk="1" hangingPunct="1">
              <a:lnSpc>
                <a:spcPct val="90000"/>
              </a:lnSpc>
            </a:pPr>
            <a:r>
              <a:rPr lang="en-US" sz="2400" dirty="0">
                <a:latin typeface="+mn-lt"/>
              </a:rPr>
              <a:t>When you know exactly how many times you want to loop through a block of code, use the for loop instead of a while loop:</a:t>
            </a:r>
          </a:p>
          <a:p>
            <a:pPr marL="0" lvl="1" indent="0" algn="just" eaLnBrk="1" hangingPunct="1">
              <a:lnSpc>
                <a:spcPct val="90000"/>
              </a:lnSpc>
            </a:pPr>
            <a:endParaRPr lang="en-US" sz="2400" b="1" dirty="0">
              <a:solidFill>
                <a:srgbClr val="0070C0"/>
              </a:solidFill>
              <a:latin typeface="+mn-lt"/>
            </a:endParaRPr>
          </a:p>
          <a:p>
            <a:pPr marL="0" lvl="1" indent="0" algn="just" eaLnBrk="1" hangingPunct="1">
              <a:lnSpc>
                <a:spcPct val="90000"/>
              </a:lnSpc>
            </a:pPr>
            <a:r>
              <a:rPr lang="en-US" dirty="0">
                <a:latin typeface="+mn-lt"/>
              </a:rPr>
              <a:t>	</a:t>
            </a:r>
          </a:p>
          <a:p>
            <a:pPr lvl="1" eaLnBrk="1" hangingPunct="1">
              <a:lnSpc>
                <a:spcPct val="90000"/>
              </a:lnSpc>
            </a:pPr>
            <a:r>
              <a:rPr lang="en-US" sz="2400" b="1" dirty="0">
                <a:solidFill>
                  <a:srgbClr val="0070C0"/>
                </a:solidFill>
                <a:latin typeface="+mn-lt"/>
              </a:rPr>
              <a:t>for</a:t>
            </a:r>
            <a:r>
              <a:rPr lang="en-US" sz="2400" b="1" dirty="0">
                <a:latin typeface="+mn-lt"/>
              </a:rPr>
              <a:t> (</a:t>
            </a:r>
            <a:r>
              <a:rPr lang="en-US" sz="2400" b="1" i="1" dirty="0">
                <a:latin typeface="+mn-lt"/>
              </a:rPr>
              <a:t>initial value</a:t>
            </a:r>
            <a:r>
              <a:rPr lang="en-US" sz="2400" b="1" dirty="0">
                <a:latin typeface="+mn-lt"/>
              </a:rPr>
              <a:t>;</a:t>
            </a:r>
            <a:r>
              <a:rPr lang="en-US" sz="2400" b="1" i="1" dirty="0">
                <a:latin typeface="+mn-lt"/>
              </a:rPr>
              <a:t> condition</a:t>
            </a:r>
            <a:r>
              <a:rPr lang="en-US" sz="2400" b="1" dirty="0">
                <a:latin typeface="+mn-lt"/>
              </a:rPr>
              <a:t>;</a:t>
            </a:r>
            <a:r>
              <a:rPr lang="en-US" sz="2400" b="1" i="1" dirty="0">
                <a:latin typeface="+mn-lt"/>
              </a:rPr>
              <a:t> step</a:t>
            </a:r>
            <a:r>
              <a:rPr lang="en-US" sz="2400" b="1" dirty="0">
                <a:latin typeface="+mn-lt"/>
              </a:rPr>
              <a:t>) </a:t>
            </a:r>
          </a:p>
          <a:p>
            <a:pPr lvl="1" eaLnBrk="1" hangingPunct="1">
              <a:lnSpc>
                <a:spcPct val="90000"/>
              </a:lnSpc>
            </a:pPr>
            <a:r>
              <a:rPr lang="en-US" sz="2400" b="1" dirty="0">
                <a:latin typeface="+mn-lt"/>
              </a:rPr>
              <a:t>{</a:t>
            </a:r>
            <a:br>
              <a:rPr lang="en-US" sz="2400" b="1" dirty="0">
                <a:latin typeface="+mn-lt"/>
              </a:rPr>
            </a:br>
            <a:r>
              <a:rPr lang="en-US" sz="2400" b="1" dirty="0">
                <a:latin typeface="+mn-lt"/>
              </a:rPr>
              <a:t>  </a:t>
            </a:r>
            <a:r>
              <a:rPr lang="en-US" sz="2400" b="1" i="1" dirty="0">
                <a:solidFill>
                  <a:srgbClr val="00B050"/>
                </a:solidFill>
                <a:latin typeface="+mn-lt"/>
              </a:rPr>
              <a:t>// code block to be executed</a:t>
            </a:r>
            <a:endParaRPr lang="en-US" sz="2400" b="1" dirty="0">
              <a:solidFill>
                <a:srgbClr val="00B050"/>
              </a:solidFill>
              <a:latin typeface="+mn-lt"/>
            </a:endParaRPr>
          </a:p>
          <a:p>
            <a:pPr lvl="1" eaLnBrk="1" hangingPunct="1">
              <a:lnSpc>
                <a:spcPct val="90000"/>
              </a:lnSpc>
            </a:pPr>
            <a:r>
              <a:rPr lang="en-US" sz="2400" b="1" dirty="0">
                <a:latin typeface="+mn-lt"/>
              </a:rPr>
              <a:t>}</a:t>
            </a:r>
          </a:p>
          <a:p>
            <a:pPr lvl="1" eaLnBrk="1" hangingPunct="1">
              <a:lnSpc>
                <a:spcPct val="90000"/>
              </a:lnSpc>
            </a:pPr>
            <a:endParaRPr lang="en-US" dirty="0">
              <a:latin typeface="+mn-lt"/>
            </a:endParaRPr>
          </a:p>
        </p:txBody>
      </p:sp>
      <p:sp>
        <p:nvSpPr>
          <p:cNvPr id="5" name="Rectangle 4"/>
          <p:cNvSpPr/>
          <p:nvPr/>
        </p:nvSpPr>
        <p:spPr>
          <a:xfrm>
            <a:off x="1325076" y="4561052"/>
            <a:ext cx="5088576" cy="156966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nn-NO" sz="2400" b="1" dirty="0">
                <a:solidFill>
                  <a:srgbClr val="0000CD"/>
                </a:solidFill>
              </a:rPr>
              <a:t>for</a:t>
            </a:r>
            <a:r>
              <a:rPr lang="nn-NO" sz="2400" b="1" dirty="0"/>
              <a:t> (</a:t>
            </a:r>
            <a:r>
              <a:rPr lang="nn-NO" sz="2400" b="1" dirty="0">
                <a:solidFill>
                  <a:srgbClr val="0000CD"/>
                </a:solidFill>
              </a:rPr>
              <a:t>int</a:t>
            </a:r>
            <a:r>
              <a:rPr lang="nn-NO" sz="2400" b="1" dirty="0"/>
              <a:t> i = </a:t>
            </a:r>
            <a:r>
              <a:rPr lang="nn-NO" sz="2400" b="1" dirty="0">
                <a:solidFill>
                  <a:srgbClr val="FF0000"/>
                </a:solidFill>
              </a:rPr>
              <a:t>0</a:t>
            </a:r>
            <a:r>
              <a:rPr lang="nn-NO" sz="2400" b="1" dirty="0"/>
              <a:t>; i &lt; </a:t>
            </a:r>
            <a:r>
              <a:rPr lang="nn-NO" sz="2400" b="1" dirty="0">
                <a:solidFill>
                  <a:srgbClr val="FF0000"/>
                </a:solidFill>
              </a:rPr>
              <a:t>5</a:t>
            </a:r>
            <a:r>
              <a:rPr lang="nn-NO" sz="2400" b="1" dirty="0"/>
              <a:t>; i++)</a:t>
            </a:r>
          </a:p>
          <a:p>
            <a:r>
              <a:rPr lang="nn-NO" sz="2400" b="1" dirty="0"/>
              <a:t> {</a:t>
            </a:r>
            <a:br>
              <a:rPr lang="nn-NO" sz="2400" b="1" dirty="0"/>
            </a:br>
            <a:r>
              <a:rPr lang="nn-NO" sz="2400" b="1" dirty="0"/>
              <a:t>  cout &lt;&lt; i &lt;&lt; </a:t>
            </a:r>
            <a:r>
              <a:rPr lang="nn-NO" sz="2400" b="1" dirty="0">
                <a:solidFill>
                  <a:srgbClr val="A52A2A"/>
                </a:solidFill>
              </a:rPr>
              <a:t>"\n"</a:t>
            </a:r>
            <a:r>
              <a:rPr lang="nn-NO" sz="2400" b="1" dirty="0"/>
              <a:t>;</a:t>
            </a:r>
            <a:br>
              <a:rPr lang="nn-NO" sz="2400" b="1" dirty="0"/>
            </a:br>
            <a:r>
              <a:rPr lang="nn-NO" sz="2400" b="1" dirty="0"/>
              <a:t>}</a:t>
            </a:r>
            <a:endParaRPr lang="en-US" sz="2400" b="1" dirty="0"/>
          </a:p>
        </p:txBody>
      </p:sp>
      <p:sp>
        <p:nvSpPr>
          <p:cNvPr id="7" name="Google Shape;150;p21"/>
          <p:cNvSpPr txBox="1">
            <a:spLocks/>
          </p:cNvSpPr>
          <p:nvPr/>
        </p:nvSpPr>
        <p:spPr>
          <a:xfrm>
            <a:off x="4943154" y="95561"/>
            <a:ext cx="6590884" cy="475651"/>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accent1"/>
              </a:buClr>
              <a:buSzPts val="2000"/>
            </a:pPr>
            <a:r>
              <a:rPr lang="en-US" sz="2800" b="1" cap="all" dirty="0">
                <a:solidFill>
                  <a:srgbClr val="C00000"/>
                </a:solidFill>
                <a:latin typeface="+mj-lt"/>
                <a:ea typeface="+mj-ea"/>
                <a:cs typeface="+mj-cs"/>
              </a:rPr>
              <a:t>C++ Loops</a:t>
            </a:r>
          </a:p>
        </p:txBody>
      </p:sp>
      <p:sp>
        <p:nvSpPr>
          <p:cNvPr id="2" name="Slide Number Placeholder 1">
            <a:extLst>
              <a:ext uri="{FF2B5EF4-FFF2-40B4-BE49-F238E27FC236}">
                <a16:creationId xmlns:a16="http://schemas.microsoft.com/office/drawing/2014/main" id="{2A4438AC-2045-63BC-99AB-4AF60DC9AEB8}"/>
              </a:ext>
            </a:extLst>
          </p:cNvPr>
          <p:cNvSpPr>
            <a:spLocks noGrp="1"/>
          </p:cNvSpPr>
          <p:nvPr>
            <p:ph type="sldNum" sz="quarter" idx="12"/>
          </p:nvPr>
        </p:nvSpPr>
        <p:spPr/>
        <p:txBody>
          <a:bodyPr/>
          <a:lstStyle/>
          <a:p>
            <a:fld id="{D57F1E4F-1CFF-5643-939E-217C01CDF565}" type="slidenum">
              <a:rPr lang="en-US" smtClean="0"/>
              <a:pPr/>
              <a:t>8</a:t>
            </a:fld>
            <a:endParaRPr lang="en-US" dirty="0"/>
          </a:p>
        </p:txBody>
      </p:sp>
      <p:pic>
        <p:nvPicPr>
          <p:cNvPr id="3" name="Picture 2">
            <a:extLst>
              <a:ext uri="{FF2B5EF4-FFF2-40B4-BE49-F238E27FC236}">
                <a16:creationId xmlns:a16="http://schemas.microsoft.com/office/drawing/2014/main" id="{FCDBB65D-17E8-9F99-EDC2-C927F4298EC2}"/>
              </a:ext>
            </a:extLst>
          </p:cNvPr>
          <p:cNvPicPr>
            <a:picLocks noChangeAspect="1"/>
          </p:cNvPicPr>
          <p:nvPr/>
        </p:nvPicPr>
        <p:blipFill>
          <a:blip r:embed="rId3"/>
          <a:stretch>
            <a:fillRect/>
          </a:stretch>
        </p:blipFill>
        <p:spPr>
          <a:xfrm>
            <a:off x="7697165" y="776593"/>
            <a:ext cx="3820058" cy="5892120"/>
          </a:xfrm>
          <a:prstGeom prst="rect">
            <a:avLst/>
          </a:prstGeom>
        </p:spPr>
      </p:pic>
    </p:spTree>
    <p:extLst>
      <p:ext uri="{BB962C8B-B14F-4D97-AF65-F5344CB8AC3E}">
        <p14:creationId xmlns:p14="http://schemas.microsoft.com/office/powerpoint/2010/main" val="245957167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ChangeArrowheads="1"/>
          </p:cNvSpPr>
          <p:nvPr/>
        </p:nvSpPr>
        <p:spPr bwMode="auto">
          <a:xfrm>
            <a:off x="648231" y="846690"/>
            <a:ext cx="9896305"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defRPr sz="2000">
                <a:solidFill>
                  <a:schemeClr val="tx1"/>
                </a:solidFill>
                <a:latin typeface="Verdana" panose="020B0604030504040204" pitchFamily="34" charset="0"/>
                <a:cs typeface="Times New Roman" panose="02020603050405020304" pitchFamily="18" charset="0"/>
              </a:defRPr>
            </a:lvl3pPr>
            <a:lvl4pPr eaLnBrk="0" hangingPunct="0">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pPr marL="0" lvl="1" indent="0" algn="just" eaLnBrk="1" hangingPunct="1">
              <a:lnSpc>
                <a:spcPct val="90000"/>
              </a:lnSpc>
            </a:pPr>
            <a:r>
              <a:rPr lang="en-US" sz="2400" b="1" dirty="0">
                <a:solidFill>
                  <a:srgbClr val="C00000"/>
                </a:solidFill>
                <a:latin typeface="+mn-lt"/>
              </a:rPr>
              <a:t>3) C++ For Loop</a:t>
            </a:r>
          </a:p>
          <a:p>
            <a:pPr marL="0" lvl="1" indent="0" algn="just" eaLnBrk="1" hangingPunct="1">
              <a:lnSpc>
                <a:spcPct val="90000"/>
              </a:lnSpc>
            </a:pPr>
            <a:endParaRPr lang="en-US" sz="2400" b="1" dirty="0">
              <a:solidFill>
                <a:srgbClr val="C00000"/>
              </a:solidFill>
              <a:latin typeface="+mn-lt"/>
            </a:endParaRPr>
          </a:p>
          <a:p>
            <a:pPr marL="0" lvl="1" indent="0" algn="just" eaLnBrk="1" hangingPunct="1">
              <a:lnSpc>
                <a:spcPct val="90000"/>
              </a:lnSpc>
            </a:pPr>
            <a:r>
              <a:rPr lang="en-US" sz="2400" b="1" u="sng" dirty="0">
                <a:solidFill>
                  <a:srgbClr val="C00000"/>
                </a:solidFill>
                <a:latin typeface="+mn-lt"/>
              </a:rPr>
              <a:t>Example: </a:t>
            </a:r>
            <a:r>
              <a:rPr lang="en-US" sz="2400" dirty="0">
                <a:solidFill>
                  <a:srgbClr val="002060"/>
                </a:solidFill>
                <a:latin typeface="+mn-lt"/>
              </a:rPr>
              <a:t>This example will only </a:t>
            </a:r>
            <a:r>
              <a:rPr lang="en-US" sz="2400" b="1" i="1" dirty="0">
                <a:solidFill>
                  <a:srgbClr val="002060"/>
                </a:solidFill>
                <a:latin typeface="+mn-lt"/>
              </a:rPr>
              <a:t>print even values between 0 and 10</a:t>
            </a:r>
            <a:r>
              <a:rPr lang="en-US" sz="2400" dirty="0">
                <a:solidFill>
                  <a:srgbClr val="002060"/>
                </a:solidFill>
                <a:latin typeface="+mn-lt"/>
              </a:rPr>
              <a:t>:</a:t>
            </a:r>
          </a:p>
        </p:txBody>
      </p:sp>
      <p:sp>
        <p:nvSpPr>
          <p:cNvPr id="7" name="Google Shape;150;p21"/>
          <p:cNvSpPr txBox="1">
            <a:spLocks/>
          </p:cNvSpPr>
          <p:nvPr/>
        </p:nvSpPr>
        <p:spPr>
          <a:xfrm>
            <a:off x="4731726" y="13449"/>
            <a:ext cx="6590884" cy="475651"/>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accent1"/>
              </a:buClr>
              <a:buSzPts val="2000"/>
            </a:pPr>
            <a:r>
              <a:rPr lang="en-US" sz="2800" b="1" cap="all" dirty="0">
                <a:solidFill>
                  <a:srgbClr val="C00000"/>
                </a:solidFill>
                <a:latin typeface="+mj-lt"/>
                <a:ea typeface="+mj-ea"/>
                <a:cs typeface="+mj-cs"/>
              </a:rPr>
              <a:t>C++ Loops</a:t>
            </a:r>
          </a:p>
        </p:txBody>
      </p:sp>
      <p:sp>
        <p:nvSpPr>
          <p:cNvPr id="2" name="Rectangle 1"/>
          <p:cNvSpPr/>
          <p:nvPr/>
        </p:nvSpPr>
        <p:spPr>
          <a:xfrm>
            <a:off x="1680258" y="2644170"/>
            <a:ext cx="5033058" cy="156966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nn-NO" sz="2400" b="1" dirty="0">
                <a:solidFill>
                  <a:srgbClr val="0000CD"/>
                </a:solidFill>
              </a:rPr>
              <a:t>for</a:t>
            </a:r>
            <a:r>
              <a:rPr lang="nn-NO" sz="2400" b="1" dirty="0">
                <a:solidFill>
                  <a:srgbClr val="000000"/>
                </a:solidFill>
              </a:rPr>
              <a:t> (</a:t>
            </a:r>
            <a:r>
              <a:rPr lang="nn-NO" sz="2400" b="1" dirty="0">
                <a:solidFill>
                  <a:srgbClr val="0000CD"/>
                </a:solidFill>
              </a:rPr>
              <a:t>int</a:t>
            </a:r>
            <a:r>
              <a:rPr lang="nn-NO" sz="2400" b="1" dirty="0">
                <a:solidFill>
                  <a:srgbClr val="000000"/>
                </a:solidFill>
              </a:rPr>
              <a:t> i = </a:t>
            </a:r>
            <a:r>
              <a:rPr lang="nn-NO" sz="2400" b="1" dirty="0">
                <a:solidFill>
                  <a:srgbClr val="FF0000"/>
                </a:solidFill>
              </a:rPr>
              <a:t>0</a:t>
            </a:r>
            <a:r>
              <a:rPr lang="nn-NO" sz="2400" b="1" dirty="0">
                <a:solidFill>
                  <a:srgbClr val="000000"/>
                </a:solidFill>
              </a:rPr>
              <a:t>; i &lt;= </a:t>
            </a:r>
            <a:r>
              <a:rPr lang="nn-NO" sz="2400" b="1" dirty="0">
                <a:solidFill>
                  <a:srgbClr val="FF0000"/>
                </a:solidFill>
              </a:rPr>
              <a:t>10</a:t>
            </a:r>
            <a:r>
              <a:rPr lang="nn-NO" sz="2400" b="1" dirty="0">
                <a:solidFill>
                  <a:srgbClr val="000000"/>
                </a:solidFill>
              </a:rPr>
              <a:t>; i = i + </a:t>
            </a:r>
            <a:r>
              <a:rPr lang="nn-NO" sz="2400" b="1" dirty="0">
                <a:solidFill>
                  <a:srgbClr val="FF0000"/>
                </a:solidFill>
              </a:rPr>
              <a:t>2</a:t>
            </a:r>
            <a:r>
              <a:rPr lang="nn-NO" sz="2400" b="1" dirty="0">
                <a:solidFill>
                  <a:srgbClr val="000000"/>
                </a:solidFill>
              </a:rPr>
              <a:t>) </a:t>
            </a:r>
          </a:p>
          <a:p>
            <a:r>
              <a:rPr lang="nn-NO" sz="2400" b="1" dirty="0">
                <a:solidFill>
                  <a:srgbClr val="000000"/>
                </a:solidFill>
              </a:rPr>
              <a:t>{</a:t>
            </a:r>
            <a:br>
              <a:rPr lang="nn-NO" sz="2400" b="1" dirty="0">
                <a:solidFill>
                  <a:srgbClr val="000000"/>
                </a:solidFill>
              </a:rPr>
            </a:br>
            <a:r>
              <a:rPr lang="nn-NO" sz="2400" b="1" dirty="0">
                <a:solidFill>
                  <a:srgbClr val="000000"/>
                </a:solidFill>
              </a:rPr>
              <a:t>  cout &lt;&lt; i &lt;&lt; </a:t>
            </a:r>
            <a:r>
              <a:rPr lang="nn-NO" sz="2400" b="1" dirty="0">
                <a:solidFill>
                  <a:srgbClr val="A52A2A"/>
                </a:solidFill>
              </a:rPr>
              <a:t>"\n"</a:t>
            </a:r>
            <a:r>
              <a:rPr lang="nn-NO" sz="2400" b="1" dirty="0">
                <a:solidFill>
                  <a:srgbClr val="000000"/>
                </a:solidFill>
              </a:rPr>
              <a:t>;</a:t>
            </a:r>
            <a:br>
              <a:rPr lang="nn-NO" sz="2400" b="1" dirty="0">
                <a:solidFill>
                  <a:srgbClr val="000000"/>
                </a:solidFill>
              </a:rPr>
            </a:br>
            <a:r>
              <a:rPr lang="nn-NO" sz="2400" b="1" dirty="0">
                <a:solidFill>
                  <a:srgbClr val="000000"/>
                </a:solidFill>
              </a:rPr>
              <a:t>}</a:t>
            </a:r>
            <a:endParaRPr lang="en-US" sz="2400" b="1" dirty="0"/>
          </a:p>
        </p:txBody>
      </p:sp>
      <p:sp>
        <p:nvSpPr>
          <p:cNvPr id="3" name="Slide Number Placeholder 2">
            <a:extLst>
              <a:ext uri="{FF2B5EF4-FFF2-40B4-BE49-F238E27FC236}">
                <a16:creationId xmlns:a16="http://schemas.microsoft.com/office/drawing/2014/main" id="{75DEB806-59ED-FF4B-3FBC-E97846CC9ACC}"/>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196657911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4" name="Google Shape;134;p19"/>
          <p:cNvSpPr txBox="1">
            <a:spLocks noGrp="1"/>
          </p:cNvSpPr>
          <p:nvPr>
            <p:ph type="body" idx="2"/>
          </p:nvPr>
        </p:nvSpPr>
        <p:spPr>
          <a:xfrm>
            <a:off x="5857596" y="815776"/>
            <a:ext cx="4144488" cy="2640979"/>
          </a:xfrm>
          <a:prstGeom prst="rect">
            <a:avLst/>
          </a:prstGeom>
        </p:spPr>
        <p:txBody>
          <a:bodyPr spcFirstLastPara="1" vert="horz" wrap="square" lIns="91425" tIns="91425" rIns="91425" bIns="91425" numCol="1" rtlCol="0" anchor="t" anchorCtr="0" compatLnSpc="1">
            <a:prstTxWarp prst="textNoShape">
              <a:avLst/>
            </a:prstTxWarp>
            <a:noAutofit/>
          </a:bodyPr>
          <a:lstStyle/>
          <a:p>
            <a:pPr marL="0" indent="0">
              <a:buNone/>
            </a:pPr>
            <a:r>
              <a:rPr lang="en-US" sz="2400" b="1" dirty="0">
                <a:solidFill>
                  <a:srgbClr val="0070C0"/>
                </a:solidFill>
              </a:rPr>
              <a:t>C++ Continue</a:t>
            </a:r>
          </a:p>
          <a:p>
            <a:pPr marL="0" indent="0">
              <a:buNone/>
            </a:pPr>
            <a:endParaRPr lang="en-US" sz="2400" dirty="0"/>
          </a:p>
          <a:p>
            <a:pPr marL="342900" indent="-342900" algn="just">
              <a:buFont typeface="Arial" panose="020B0604020202020204" pitchFamily="34" charset="0"/>
              <a:buChar char="•"/>
            </a:pPr>
            <a:r>
              <a:rPr lang="en-US" sz="2400" dirty="0"/>
              <a:t>The continue statement breaks one iteration (in the loop), if a specified condition occurs, and continues with the next iteration in the loop.</a:t>
            </a:r>
            <a:endParaRPr sz="2400" b="1" dirty="0"/>
          </a:p>
        </p:txBody>
      </p:sp>
      <p:sp>
        <p:nvSpPr>
          <p:cNvPr id="2" name="Slide Number Placeholder 1">
            <a:extLst>
              <a:ext uri="{FF2B5EF4-FFF2-40B4-BE49-F238E27FC236}">
                <a16:creationId xmlns:a16="http://schemas.microsoft.com/office/drawing/2014/main" id="{D1453AAB-F96C-6F59-FBD9-29D06F3E20EB}"/>
              </a:ext>
            </a:extLst>
          </p:cNvPr>
          <p:cNvSpPr>
            <a:spLocks noGrp="1"/>
          </p:cNvSpPr>
          <p:nvPr>
            <p:ph type="sldNum" idx="12"/>
          </p:nvPr>
        </p:nvSpPr>
        <p:spPr/>
        <p:txBody>
          <a:bodyPr/>
          <a:lstStyle/>
          <a:p>
            <a:fld id="{00000000-1234-1234-1234-123412341234}" type="slidenum">
              <a:rPr lang="en" smtClean="0"/>
              <a:pPr/>
              <a:t>10</a:t>
            </a:fld>
            <a:endParaRPr lang="en"/>
          </a:p>
        </p:txBody>
      </p:sp>
      <p:sp>
        <p:nvSpPr>
          <p:cNvPr id="133" name="Google Shape;133;p19"/>
          <p:cNvSpPr txBox="1">
            <a:spLocks noGrp="1"/>
          </p:cNvSpPr>
          <p:nvPr>
            <p:ph type="title"/>
          </p:nvPr>
        </p:nvSpPr>
        <p:spPr>
          <a:xfrm>
            <a:off x="3316385" y="123809"/>
            <a:ext cx="6514684" cy="475651"/>
          </a:xfrm>
          <a:prstGeom prst="rect">
            <a:avLst/>
          </a:prstGeom>
        </p:spPr>
        <p:txBody>
          <a:bodyPr spcFirstLastPara="1" vert="horz" wrap="square" lIns="91425" tIns="91425" rIns="91425" bIns="91425" numCol="1" rtlCol="0" anchor="b" anchorCtr="0" compatLnSpc="1">
            <a:prstTxWarp prst="textNoShape">
              <a:avLst/>
            </a:prstTxWarp>
            <a:noAutofit/>
          </a:bodyPr>
          <a:lstStyle/>
          <a:p>
            <a:pPr lvl="0"/>
            <a:r>
              <a:rPr lang="en-US" b="1" dirty="0">
                <a:solidFill>
                  <a:srgbClr val="C00000"/>
                </a:solidFill>
                <a:sym typeface="Arial"/>
              </a:rPr>
              <a:t>C++ Break and Continue</a:t>
            </a:r>
          </a:p>
        </p:txBody>
      </p:sp>
      <p:sp>
        <p:nvSpPr>
          <p:cNvPr id="132" name="Google Shape;132;p19"/>
          <p:cNvSpPr txBox="1">
            <a:spLocks noGrp="1"/>
          </p:cNvSpPr>
          <p:nvPr>
            <p:ph type="body" idx="1"/>
          </p:nvPr>
        </p:nvSpPr>
        <p:spPr>
          <a:xfrm>
            <a:off x="509286" y="881564"/>
            <a:ext cx="3752876" cy="2509404"/>
          </a:xfrm>
          <a:prstGeom prst="rect">
            <a:avLst/>
          </a:prstGeom>
        </p:spPr>
        <p:txBody>
          <a:bodyPr spcFirstLastPara="1" vert="horz" wrap="square" lIns="91425" tIns="91425" rIns="91425" bIns="91425" numCol="1" rtlCol="0" anchor="t" anchorCtr="0" compatLnSpc="1">
            <a:prstTxWarp prst="textNoShape">
              <a:avLst/>
            </a:prstTxWarp>
            <a:noAutofit/>
          </a:bodyPr>
          <a:lstStyle/>
          <a:p>
            <a:pPr marL="0" indent="0">
              <a:buNone/>
            </a:pPr>
            <a:r>
              <a:rPr lang="en-US" sz="2400" b="1" dirty="0">
                <a:solidFill>
                  <a:srgbClr val="0070C0"/>
                </a:solidFill>
              </a:rPr>
              <a:t>C++ Break</a:t>
            </a:r>
          </a:p>
          <a:p>
            <a:pPr marL="0" indent="0">
              <a:buNone/>
            </a:pPr>
            <a:endParaRPr lang="en-US" sz="2400" dirty="0"/>
          </a:p>
          <a:p>
            <a:pPr marL="342900" indent="-342900" algn="just">
              <a:buFont typeface="Arial" panose="020B0604020202020204" pitchFamily="34" charset="0"/>
              <a:buChar char="•"/>
            </a:pPr>
            <a:r>
              <a:rPr lang="en-US" sz="2400" dirty="0"/>
              <a:t>The break statement can also be used to jump out of a loop.</a:t>
            </a: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dirty="0"/>
          </a:p>
        </p:txBody>
      </p:sp>
    </p:spTree>
    <p:extLst>
      <p:ext uri="{BB962C8B-B14F-4D97-AF65-F5344CB8AC3E}">
        <p14:creationId xmlns:p14="http://schemas.microsoft.com/office/powerpoint/2010/main" val="4090416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9"/>
          <p:cNvSpPr txBox="1">
            <a:spLocks noGrp="1"/>
          </p:cNvSpPr>
          <p:nvPr>
            <p:ph type="body" idx="1"/>
          </p:nvPr>
        </p:nvSpPr>
        <p:spPr>
          <a:xfrm>
            <a:off x="601882" y="923324"/>
            <a:ext cx="4381083" cy="1899804"/>
          </a:xfrm>
          <a:prstGeom prst="rect">
            <a:avLst/>
          </a:prstGeom>
        </p:spPr>
        <p:txBody>
          <a:bodyPr spcFirstLastPara="1" vert="horz" wrap="square" lIns="91425" tIns="91425" rIns="91425" bIns="91425" numCol="1" rtlCol="0" anchor="t" anchorCtr="0" compatLnSpc="1">
            <a:prstTxWarp prst="textNoShape">
              <a:avLst/>
            </a:prstTxWarp>
            <a:noAutofit/>
          </a:bodyPr>
          <a:lstStyle/>
          <a:p>
            <a:pPr marL="0" indent="0">
              <a:buNone/>
            </a:pPr>
            <a:r>
              <a:rPr lang="en-US" sz="2400" b="1" dirty="0">
                <a:solidFill>
                  <a:srgbClr val="0070C0"/>
                </a:solidFill>
              </a:rPr>
              <a:t>C++ Break</a:t>
            </a:r>
          </a:p>
          <a:p>
            <a:pPr marL="0" indent="0">
              <a:buNone/>
            </a:pPr>
            <a:endParaRPr lang="en-US" sz="2400" dirty="0"/>
          </a:p>
          <a:p>
            <a:pPr marL="342900" indent="-342900" algn="just">
              <a:buFont typeface="Arial" panose="020B0604020202020204" pitchFamily="34" charset="0"/>
              <a:buChar char="•"/>
            </a:pPr>
            <a:r>
              <a:rPr lang="en-US" sz="2400" dirty="0"/>
              <a:t>This example jumps out of the loop when </a:t>
            </a:r>
            <a:r>
              <a:rPr lang="en-US" sz="2400" dirty="0" err="1">
                <a:solidFill>
                  <a:srgbClr val="FF0000"/>
                </a:solidFill>
              </a:rPr>
              <a:t>i</a:t>
            </a:r>
            <a:r>
              <a:rPr lang="en-US" sz="2400" dirty="0"/>
              <a:t> is equal to </a:t>
            </a:r>
            <a:r>
              <a:rPr lang="en-US" sz="2400" dirty="0">
                <a:solidFill>
                  <a:srgbClr val="FF0000"/>
                </a:solidFill>
              </a:rPr>
              <a:t>4</a:t>
            </a:r>
            <a:r>
              <a:rPr lang="en-US" sz="2400" dirty="0"/>
              <a:t>:</a:t>
            </a:r>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dirty="0"/>
          </a:p>
        </p:txBody>
      </p:sp>
      <p:sp>
        <p:nvSpPr>
          <p:cNvPr id="133" name="Google Shape;133;p19"/>
          <p:cNvSpPr txBox="1">
            <a:spLocks noGrp="1"/>
          </p:cNvSpPr>
          <p:nvPr>
            <p:ph type="title"/>
          </p:nvPr>
        </p:nvSpPr>
        <p:spPr>
          <a:xfrm>
            <a:off x="3555864" y="112781"/>
            <a:ext cx="6514684" cy="475651"/>
          </a:xfrm>
          <a:prstGeom prst="rect">
            <a:avLst/>
          </a:prstGeom>
        </p:spPr>
        <p:txBody>
          <a:bodyPr spcFirstLastPara="1" vert="horz" wrap="square" lIns="91425" tIns="91425" rIns="91425" bIns="91425" numCol="1" rtlCol="0" anchor="b" anchorCtr="0" compatLnSpc="1">
            <a:prstTxWarp prst="textNoShape">
              <a:avLst/>
            </a:prstTxWarp>
            <a:noAutofit/>
          </a:bodyPr>
          <a:lstStyle/>
          <a:p>
            <a:pPr lvl="0"/>
            <a:r>
              <a:rPr lang="en-US" b="1" dirty="0">
                <a:solidFill>
                  <a:srgbClr val="C00000"/>
                </a:solidFill>
                <a:sym typeface="Arial"/>
              </a:rPr>
              <a:t>C++ Break and Continue</a:t>
            </a:r>
          </a:p>
        </p:txBody>
      </p:sp>
      <p:sp>
        <p:nvSpPr>
          <p:cNvPr id="134" name="Google Shape;134;p19"/>
          <p:cNvSpPr txBox="1">
            <a:spLocks noGrp="1"/>
          </p:cNvSpPr>
          <p:nvPr>
            <p:ph type="body" idx="2"/>
          </p:nvPr>
        </p:nvSpPr>
        <p:spPr>
          <a:xfrm>
            <a:off x="6095999" y="923324"/>
            <a:ext cx="4830501" cy="1853779"/>
          </a:xfrm>
          <a:prstGeom prst="rect">
            <a:avLst/>
          </a:prstGeom>
        </p:spPr>
        <p:txBody>
          <a:bodyPr spcFirstLastPara="1" vert="horz" wrap="square" lIns="91425" tIns="91425" rIns="91425" bIns="91425" numCol="1" rtlCol="0" anchor="t" anchorCtr="0" compatLnSpc="1">
            <a:prstTxWarp prst="textNoShape">
              <a:avLst/>
            </a:prstTxWarp>
            <a:noAutofit/>
          </a:bodyPr>
          <a:lstStyle/>
          <a:p>
            <a:pPr marL="0" indent="0">
              <a:buNone/>
            </a:pPr>
            <a:r>
              <a:rPr lang="en-US" sz="2400" b="1" dirty="0">
                <a:solidFill>
                  <a:srgbClr val="0070C0"/>
                </a:solidFill>
              </a:rPr>
              <a:t>C++ Continue</a:t>
            </a:r>
          </a:p>
          <a:p>
            <a:pPr marL="0" indent="0">
              <a:buNone/>
            </a:pPr>
            <a:endParaRPr lang="en-US" sz="2400" dirty="0"/>
          </a:p>
          <a:p>
            <a:pPr marL="342900" indent="-342900" algn="just">
              <a:buFont typeface="Arial" panose="020B0604020202020204" pitchFamily="34" charset="0"/>
              <a:buChar char="•"/>
            </a:pPr>
            <a:r>
              <a:rPr lang="en-US" sz="2400" dirty="0"/>
              <a:t>This example skips the value of </a:t>
            </a:r>
            <a:r>
              <a:rPr lang="en-US" sz="2400" dirty="0">
                <a:solidFill>
                  <a:srgbClr val="FF0000"/>
                </a:solidFill>
              </a:rPr>
              <a:t>4</a:t>
            </a:r>
            <a:r>
              <a:rPr lang="en-US" sz="2400" dirty="0"/>
              <a:t>:</a:t>
            </a:r>
            <a:endParaRPr sz="2400" b="1" dirty="0"/>
          </a:p>
        </p:txBody>
      </p:sp>
      <p:sp>
        <p:nvSpPr>
          <p:cNvPr id="2" name="Rectangle 1"/>
          <p:cNvSpPr/>
          <p:nvPr/>
        </p:nvSpPr>
        <p:spPr>
          <a:xfrm>
            <a:off x="1408666" y="3473704"/>
            <a:ext cx="3823091"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nn-NO" sz="2400" dirty="0">
                <a:solidFill>
                  <a:srgbClr val="0000CD"/>
                </a:solidFill>
              </a:rPr>
              <a:t>for</a:t>
            </a:r>
            <a:r>
              <a:rPr lang="nn-NO" sz="2400" dirty="0"/>
              <a:t> (</a:t>
            </a:r>
            <a:r>
              <a:rPr lang="nn-NO" sz="2400" dirty="0">
                <a:solidFill>
                  <a:srgbClr val="0000CD"/>
                </a:solidFill>
              </a:rPr>
              <a:t>int</a:t>
            </a:r>
            <a:r>
              <a:rPr lang="nn-NO" sz="2400" dirty="0"/>
              <a:t> i = </a:t>
            </a:r>
            <a:r>
              <a:rPr lang="nn-NO" sz="2400" dirty="0">
                <a:solidFill>
                  <a:srgbClr val="FF0000"/>
                </a:solidFill>
              </a:rPr>
              <a:t>0</a:t>
            </a:r>
            <a:r>
              <a:rPr lang="nn-NO" sz="2400" dirty="0"/>
              <a:t>; i &lt; </a:t>
            </a:r>
            <a:r>
              <a:rPr lang="nn-NO" sz="2400" dirty="0">
                <a:solidFill>
                  <a:srgbClr val="FF0000"/>
                </a:solidFill>
              </a:rPr>
              <a:t>10</a:t>
            </a:r>
            <a:r>
              <a:rPr lang="nn-NO" sz="2400" dirty="0"/>
              <a:t>; i++) {</a:t>
            </a:r>
            <a:br>
              <a:rPr lang="nn-NO" sz="2400" dirty="0"/>
            </a:br>
            <a:r>
              <a:rPr lang="nn-NO" sz="2400" dirty="0"/>
              <a:t>  </a:t>
            </a:r>
            <a:r>
              <a:rPr lang="nn-NO" sz="2400" dirty="0">
                <a:solidFill>
                  <a:srgbClr val="0000CD"/>
                </a:solidFill>
              </a:rPr>
              <a:t>if</a:t>
            </a:r>
            <a:r>
              <a:rPr lang="nn-NO" sz="2400" dirty="0"/>
              <a:t> (i == </a:t>
            </a:r>
            <a:r>
              <a:rPr lang="nn-NO" sz="2400" dirty="0">
                <a:solidFill>
                  <a:srgbClr val="FF0000"/>
                </a:solidFill>
              </a:rPr>
              <a:t>4</a:t>
            </a:r>
            <a:r>
              <a:rPr lang="nn-NO" sz="2400" dirty="0"/>
              <a:t>) {</a:t>
            </a:r>
            <a:br>
              <a:rPr lang="nn-NO" sz="2400" dirty="0"/>
            </a:br>
            <a:r>
              <a:rPr lang="nn-NO" sz="2400" dirty="0"/>
              <a:t>    </a:t>
            </a:r>
            <a:r>
              <a:rPr lang="nn-NO" sz="2400" dirty="0">
                <a:solidFill>
                  <a:srgbClr val="0000CD"/>
                </a:solidFill>
              </a:rPr>
              <a:t>break</a:t>
            </a:r>
            <a:r>
              <a:rPr lang="nn-NO" sz="2400" dirty="0"/>
              <a:t>;</a:t>
            </a:r>
            <a:br>
              <a:rPr lang="nn-NO" sz="2400" dirty="0"/>
            </a:br>
            <a:r>
              <a:rPr lang="nn-NO" sz="2400" dirty="0"/>
              <a:t>  }</a:t>
            </a:r>
            <a:br>
              <a:rPr lang="nn-NO" sz="2400" dirty="0"/>
            </a:br>
            <a:r>
              <a:rPr lang="nn-NO" sz="2400" dirty="0"/>
              <a:t>  cout &lt;&lt; i &lt;&lt; </a:t>
            </a:r>
            <a:r>
              <a:rPr lang="nn-NO" sz="2400" dirty="0">
                <a:solidFill>
                  <a:srgbClr val="A52A2A"/>
                </a:solidFill>
              </a:rPr>
              <a:t>"\n"</a:t>
            </a:r>
            <a:r>
              <a:rPr lang="nn-NO" sz="2400" dirty="0"/>
              <a:t>;</a:t>
            </a:r>
            <a:br>
              <a:rPr lang="nn-NO" sz="2400" dirty="0"/>
            </a:br>
            <a:r>
              <a:rPr lang="nn-NO" sz="2400" dirty="0"/>
              <a:t>} </a:t>
            </a:r>
            <a:endParaRPr lang="en-US" sz="2400" dirty="0"/>
          </a:p>
        </p:txBody>
      </p:sp>
      <p:sp>
        <p:nvSpPr>
          <p:cNvPr id="3" name="Rectangle 2"/>
          <p:cNvSpPr/>
          <p:nvPr/>
        </p:nvSpPr>
        <p:spPr>
          <a:xfrm>
            <a:off x="6650036" y="3462129"/>
            <a:ext cx="3722425"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nn-NO" sz="2400" dirty="0">
                <a:solidFill>
                  <a:srgbClr val="0000CD"/>
                </a:solidFill>
              </a:rPr>
              <a:t>for</a:t>
            </a:r>
            <a:r>
              <a:rPr lang="nn-NO" sz="2400" dirty="0"/>
              <a:t> (</a:t>
            </a:r>
            <a:r>
              <a:rPr lang="nn-NO" sz="2400" dirty="0">
                <a:solidFill>
                  <a:srgbClr val="0000CD"/>
                </a:solidFill>
              </a:rPr>
              <a:t>int</a:t>
            </a:r>
            <a:r>
              <a:rPr lang="nn-NO" sz="2400" dirty="0"/>
              <a:t> i = </a:t>
            </a:r>
            <a:r>
              <a:rPr lang="nn-NO" sz="2400" dirty="0">
                <a:solidFill>
                  <a:srgbClr val="FF0000"/>
                </a:solidFill>
              </a:rPr>
              <a:t>0</a:t>
            </a:r>
            <a:r>
              <a:rPr lang="nn-NO" sz="2400" dirty="0"/>
              <a:t>; i &lt; </a:t>
            </a:r>
            <a:r>
              <a:rPr lang="nn-NO" sz="2400" dirty="0">
                <a:solidFill>
                  <a:srgbClr val="FF0000"/>
                </a:solidFill>
              </a:rPr>
              <a:t>10</a:t>
            </a:r>
            <a:r>
              <a:rPr lang="nn-NO" sz="2400" dirty="0"/>
              <a:t>; i++) {</a:t>
            </a:r>
            <a:br>
              <a:rPr lang="nn-NO" sz="2400" dirty="0"/>
            </a:br>
            <a:r>
              <a:rPr lang="nn-NO" sz="2400" dirty="0"/>
              <a:t>  </a:t>
            </a:r>
            <a:r>
              <a:rPr lang="nn-NO" sz="2400" dirty="0">
                <a:solidFill>
                  <a:srgbClr val="0000CD"/>
                </a:solidFill>
              </a:rPr>
              <a:t>if</a:t>
            </a:r>
            <a:r>
              <a:rPr lang="nn-NO" sz="2400" dirty="0"/>
              <a:t> (i == </a:t>
            </a:r>
            <a:r>
              <a:rPr lang="nn-NO" sz="2400" dirty="0">
                <a:solidFill>
                  <a:srgbClr val="FF0000"/>
                </a:solidFill>
              </a:rPr>
              <a:t>4</a:t>
            </a:r>
            <a:r>
              <a:rPr lang="nn-NO" sz="2400" dirty="0"/>
              <a:t>) {</a:t>
            </a:r>
            <a:br>
              <a:rPr lang="nn-NO" sz="2400" dirty="0"/>
            </a:br>
            <a:r>
              <a:rPr lang="nn-NO" sz="2400" dirty="0"/>
              <a:t>    </a:t>
            </a:r>
            <a:r>
              <a:rPr lang="nn-NO" sz="2400" dirty="0">
                <a:solidFill>
                  <a:srgbClr val="0000CD"/>
                </a:solidFill>
              </a:rPr>
              <a:t>continue</a:t>
            </a:r>
            <a:r>
              <a:rPr lang="nn-NO" sz="2400" dirty="0"/>
              <a:t>;</a:t>
            </a:r>
            <a:br>
              <a:rPr lang="nn-NO" sz="2400" dirty="0"/>
            </a:br>
            <a:r>
              <a:rPr lang="nn-NO" sz="2400" dirty="0"/>
              <a:t>  }</a:t>
            </a:r>
            <a:br>
              <a:rPr lang="nn-NO" sz="2400" dirty="0"/>
            </a:br>
            <a:r>
              <a:rPr lang="nn-NO" sz="2400" dirty="0"/>
              <a:t>  cout &lt;&lt; i &lt;&lt; </a:t>
            </a:r>
            <a:r>
              <a:rPr lang="nn-NO" sz="2400" dirty="0">
                <a:solidFill>
                  <a:srgbClr val="A52A2A"/>
                </a:solidFill>
              </a:rPr>
              <a:t>"\n"</a:t>
            </a:r>
            <a:r>
              <a:rPr lang="nn-NO" sz="2400" dirty="0"/>
              <a:t>;</a:t>
            </a:r>
            <a:br>
              <a:rPr lang="nn-NO" sz="2400" dirty="0"/>
            </a:br>
            <a:r>
              <a:rPr lang="nn-NO" sz="2400" dirty="0"/>
              <a:t>} </a:t>
            </a:r>
            <a:endParaRPr lang="en-US" sz="2400" dirty="0"/>
          </a:p>
        </p:txBody>
      </p:sp>
      <p:sp>
        <p:nvSpPr>
          <p:cNvPr id="4" name="Slide Number Placeholder 3">
            <a:extLst>
              <a:ext uri="{FF2B5EF4-FFF2-40B4-BE49-F238E27FC236}">
                <a16:creationId xmlns:a16="http://schemas.microsoft.com/office/drawing/2014/main" id="{349715AC-D53A-622D-9BF1-F0DCC6EC419E}"/>
              </a:ext>
            </a:extLst>
          </p:cNvPr>
          <p:cNvSpPr>
            <a:spLocks noGrp="1"/>
          </p:cNvSpPr>
          <p:nvPr>
            <p:ph type="sldNum" idx="12"/>
          </p:nvPr>
        </p:nvSpPr>
        <p:spPr/>
        <p:txBody>
          <a:bodyPr/>
          <a:lstStyle/>
          <a:p>
            <a:fld id="{00000000-1234-1234-1234-123412341234}" type="slidenum">
              <a:rPr lang="en" smtClean="0"/>
              <a:pPr/>
              <a:t>11</a:t>
            </a:fld>
            <a:endParaRPr lang="en"/>
          </a:p>
        </p:txBody>
      </p:sp>
    </p:spTree>
    <p:extLst>
      <p:ext uri="{BB962C8B-B14F-4D97-AF65-F5344CB8AC3E}">
        <p14:creationId xmlns:p14="http://schemas.microsoft.com/office/powerpoint/2010/main" val="1330164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9"/>
          <p:cNvSpPr txBox="1">
            <a:spLocks noGrp="1"/>
          </p:cNvSpPr>
          <p:nvPr>
            <p:ph type="body" idx="1"/>
          </p:nvPr>
        </p:nvSpPr>
        <p:spPr>
          <a:xfrm>
            <a:off x="569571" y="1188900"/>
            <a:ext cx="8458200" cy="528204"/>
          </a:xfrm>
          <a:prstGeom prst="rect">
            <a:avLst/>
          </a:prstGeom>
        </p:spPr>
        <p:txBody>
          <a:bodyPr spcFirstLastPara="1" vert="horz" wrap="square" lIns="91425" tIns="91425" rIns="91425" bIns="91425" numCol="1" rtlCol="0" anchor="t" anchorCtr="0" compatLnSpc="1">
            <a:prstTxWarp prst="textNoShape">
              <a:avLst/>
            </a:prstTxWarp>
            <a:noAutofit/>
          </a:bodyPr>
          <a:lstStyle/>
          <a:p>
            <a:pPr marL="342900" indent="-342900" algn="just">
              <a:buFont typeface="Arial" panose="020B0604020202020204" pitchFamily="34" charset="0"/>
              <a:buChar char="•"/>
            </a:pPr>
            <a:r>
              <a:rPr lang="en-US" sz="2400" dirty="0"/>
              <a:t>You can also use </a:t>
            </a:r>
            <a:r>
              <a:rPr lang="en-US" sz="2400" dirty="0">
                <a:solidFill>
                  <a:srgbClr val="0070C0"/>
                </a:solidFill>
              </a:rPr>
              <a:t>break</a:t>
            </a:r>
            <a:r>
              <a:rPr lang="en-US" sz="2400" dirty="0"/>
              <a:t> and </a:t>
            </a:r>
            <a:r>
              <a:rPr lang="en-US" sz="2400" dirty="0">
                <a:solidFill>
                  <a:srgbClr val="0070C0"/>
                </a:solidFill>
              </a:rPr>
              <a:t>continue</a:t>
            </a:r>
            <a:r>
              <a:rPr lang="en-US" sz="2400" dirty="0"/>
              <a:t> in while loops:</a:t>
            </a:r>
          </a:p>
          <a:p>
            <a:pPr marL="342900" indent="-342900" algn="just">
              <a:buFont typeface="Arial" panose="020B0604020202020204" pitchFamily="34" charset="0"/>
              <a:buChar char="•"/>
            </a:pPr>
            <a:endParaRPr lang="en-US" sz="2400" b="1" dirty="0"/>
          </a:p>
          <a:p>
            <a:pPr marL="342900" indent="-342900" algn="just">
              <a:buFont typeface="Arial" panose="020B0604020202020204" pitchFamily="34" charset="0"/>
              <a:buChar char="•"/>
            </a:pPr>
            <a:r>
              <a:rPr lang="en-US" sz="2400" b="1" dirty="0"/>
              <a:t>Break example:</a:t>
            </a:r>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dirty="0"/>
          </a:p>
        </p:txBody>
      </p:sp>
      <p:sp>
        <p:nvSpPr>
          <p:cNvPr id="133" name="Google Shape;133;p19"/>
          <p:cNvSpPr txBox="1">
            <a:spLocks noGrp="1"/>
          </p:cNvSpPr>
          <p:nvPr>
            <p:ph type="title"/>
          </p:nvPr>
        </p:nvSpPr>
        <p:spPr>
          <a:xfrm>
            <a:off x="2873897" y="527478"/>
            <a:ext cx="6091178" cy="475651"/>
          </a:xfrm>
          <a:prstGeom prst="rect">
            <a:avLst/>
          </a:prstGeom>
        </p:spPr>
        <p:txBody>
          <a:bodyPr spcFirstLastPara="1" vert="horz" wrap="square" lIns="91425" tIns="91425" rIns="91425" bIns="91425" numCol="1" rtlCol="0" anchor="b" anchorCtr="0" compatLnSpc="1">
            <a:prstTxWarp prst="textNoShape">
              <a:avLst/>
            </a:prstTxWarp>
            <a:noAutofit/>
          </a:bodyPr>
          <a:lstStyle/>
          <a:p>
            <a:pPr lvl="0" algn="ctr"/>
            <a:r>
              <a:rPr lang="en-US" b="1" dirty="0">
                <a:solidFill>
                  <a:srgbClr val="C00000"/>
                </a:solidFill>
                <a:sym typeface="Arial"/>
              </a:rPr>
              <a:t>Break and Continue in While Loop</a:t>
            </a:r>
          </a:p>
        </p:txBody>
      </p:sp>
      <p:sp>
        <p:nvSpPr>
          <p:cNvPr id="5" name="Rectangle 4"/>
          <p:cNvSpPr/>
          <p:nvPr/>
        </p:nvSpPr>
        <p:spPr>
          <a:xfrm>
            <a:off x="3176286" y="2980988"/>
            <a:ext cx="5486400" cy="3046988"/>
          </a:xfrm>
          <a:prstGeom prst="rect">
            <a:avLst/>
          </a:prstGeom>
        </p:spPr>
        <p:txBody>
          <a:bodyPr wrap="square">
            <a:spAutoFit/>
          </a:bodyPr>
          <a:lstStyle/>
          <a:p>
            <a:r>
              <a:rPr lang="en-US" sz="2400" dirty="0" err="1">
                <a:solidFill>
                  <a:srgbClr val="0000CD"/>
                </a:solidFill>
              </a:rPr>
              <a:t>int</a:t>
            </a:r>
            <a:r>
              <a:rPr lang="en-US" sz="2400" dirty="0">
                <a:solidFill>
                  <a:srgbClr val="000000"/>
                </a:solidFill>
              </a:rPr>
              <a:t> </a:t>
            </a:r>
            <a:r>
              <a:rPr lang="en-US" sz="2400" dirty="0" err="1">
                <a:solidFill>
                  <a:srgbClr val="000000"/>
                </a:solidFill>
              </a:rPr>
              <a:t>i</a:t>
            </a:r>
            <a:r>
              <a:rPr lang="en-US" sz="2400" dirty="0">
                <a:solidFill>
                  <a:srgbClr val="000000"/>
                </a:solidFill>
              </a:rPr>
              <a:t> = </a:t>
            </a:r>
            <a:r>
              <a:rPr lang="en-US" sz="2400" dirty="0">
                <a:solidFill>
                  <a:srgbClr val="FF0000"/>
                </a:solidFill>
              </a:rPr>
              <a:t>0</a:t>
            </a:r>
            <a:r>
              <a:rPr lang="en-US" sz="2400" dirty="0">
                <a:solidFill>
                  <a:srgbClr val="000000"/>
                </a:solidFill>
              </a:rPr>
              <a:t>;</a:t>
            </a:r>
            <a:br>
              <a:rPr lang="en-US" sz="2400" dirty="0">
                <a:solidFill>
                  <a:srgbClr val="000000"/>
                </a:solidFill>
              </a:rPr>
            </a:br>
            <a:r>
              <a:rPr lang="en-US" sz="2400" dirty="0">
                <a:solidFill>
                  <a:srgbClr val="0000CD"/>
                </a:solidFill>
              </a:rPr>
              <a:t>while</a:t>
            </a:r>
            <a:r>
              <a:rPr lang="en-US" sz="2400" dirty="0">
                <a:solidFill>
                  <a:srgbClr val="000000"/>
                </a:solidFill>
              </a:rPr>
              <a:t> (</a:t>
            </a:r>
            <a:r>
              <a:rPr lang="en-US" sz="2400" dirty="0" err="1">
                <a:solidFill>
                  <a:srgbClr val="000000"/>
                </a:solidFill>
              </a:rPr>
              <a:t>i</a:t>
            </a:r>
            <a:r>
              <a:rPr lang="en-US" sz="2400" dirty="0">
                <a:solidFill>
                  <a:srgbClr val="000000"/>
                </a:solidFill>
              </a:rPr>
              <a:t> &lt; </a:t>
            </a:r>
            <a:r>
              <a:rPr lang="en-US" sz="2400" dirty="0">
                <a:solidFill>
                  <a:srgbClr val="FF0000"/>
                </a:solidFill>
              </a:rPr>
              <a:t>10</a:t>
            </a:r>
            <a:r>
              <a:rPr lang="en-US" sz="2400" dirty="0">
                <a:solidFill>
                  <a:srgbClr val="000000"/>
                </a:solidFill>
              </a:rPr>
              <a:t>) {</a:t>
            </a:r>
            <a:br>
              <a:rPr lang="en-US" sz="2400" dirty="0">
                <a:solidFill>
                  <a:srgbClr val="000000"/>
                </a:solidFill>
              </a:rPr>
            </a:br>
            <a:r>
              <a:rPr lang="en-US" sz="2400" dirty="0">
                <a:solidFill>
                  <a:srgbClr val="000000"/>
                </a:solidFill>
              </a:rPr>
              <a:t>  </a:t>
            </a:r>
            <a:r>
              <a:rPr lang="en-US" sz="2400" dirty="0" err="1">
                <a:solidFill>
                  <a:srgbClr val="000000"/>
                </a:solidFill>
              </a:rPr>
              <a:t>cout</a:t>
            </a:r>
            <a:r>
              <a:rPr lang="en-US" sz="2400" dirty="0">
                <a:solidFill>
                  <a:srgbClr val="000000"/>
                </a:solidFill>
              </a:rPr>
              <a:t> &lt;&lt; </a:t>
            </a:r>
            <a:r>
              <a:rPr lang="en-US" sz="2400" dirty="0" err="1">
                <a:solidFill>
                  <a:srgbClr val="000000"/>
                </a:solidFill>
              </a:rPr>
              <a:t>i</a:t>
            </a:r>
            <a:r>
              <a:rPr lang="en-US" sz="2400" dirty="0">
                <a:solidFill>
                  <a:srgbClr val="000000"/>
                </a:solidFill>
              </a:rPr>
              <a:t> &lt;&lt; </a:t>
            </a:r>
            <a:r>
              <a:rPr lang="en-US" sz="2400" dirty="0">
                <a:solidFill>
                  <a:srgbClr val="A52A2A"/>
                </a:solidFill>
              </a:rPr>
              <a:t>"\n"</a:t>
            </a:r>
            <a:r>
              <a:rPr lang="en-US" sz="2400" dirty="0">
                <a:solidFill>
                  <a:srgbClr val="000000"/>
                </a:solidFill>
              </a:rPr>
              <a:t>;</a:t>
            </a:r>
            <a:br>
              <a:rPr lang="en-US" sz="2400" dirty="0">
                <a:solidFill>
                  <a:srgbClr val="000000"/>
                </a:solidFill>
              </a:rPr>
            </a:br>
            <a:r>
              <a:rPr lang="en-US" sz="2400" dirty="0">
                <a:solidFill>
                  <a:srgbClr val="000000"/>
                </a:solidFill>
              </a:rPr>
              <a:t>  </a:t>
            </a:r>
            <a:r>
              <a:rPr lang="en-US" sz="2400" dirty="0" err="1">
                <a:solidFill>
                  <a:srgbClr val="000000"/>
                </a:solidFill>
              </a:rPr>
              <a:t>i</a:t>
            </a:r>
            <a:r>
              <a:rPr lang="en-US" sz="2400" dirty="0">
                <a:solidFill>
                  <a:srgbClr val="000000"/>
                </a:solidFill>
              </a:rPr>
              <a:t>++;</a:t>
            </a:r>
            <a:br>
              <a:rPr lang="en-US" sz="2400" dirty="0">
                <a:solidFill>
                  <a:srgbClr val="000000"/>
                </a:solidFill>
              </a:rPr>
            </a:br>
            <a:r>
              <a:rPr lang="en-US" sz="2400" dirty="0">
                <a:solidFill>
                  <a:srgbClr val="000000"/>
                </a:solidFill>
              </a:rPr>
              <a:t>  </a:t>
            </a:r>
            <a:r>
              <a:rPr lang="en-US" sz="2400" dirty="0">
                <a:solidFill>
                  <a:srgbClr val="0000CD"/>
                </a:solidFill>
              </a:rPr>
              <a:t>if</a:t>
            </a:r>
            <a:r>
              <a:rPr lang="en-US" sz="2400" dirty="0">
                <a:solidFill>
                  <a:srgbClr val="000000"/>
                </a:solidFill>
              </a:rPr>
              <a:t> (</a:t>
            </a:r>
            <a:r>
              <a:rPr lang="en-US" sz="2400" dirty="0" err="1">
                <a:solidFill>
                  <a:srgbClr val="000000"/>
                </a:solidFill>
              </a:rPr>
              <a:t>i</a:t>
            </a:r>
            <a:r>
              <a:rPr lang="en-US" sz="2400" dirty="0">
                <a:solidFill>
                  <a:srgbClr val="000000"/>
                </a:solidFill>
              </a:rPr>
              <a:t> == </a:t>
            </a:r>
            <a:r>
              <a:rPr lang="en-US" sz="2400" dirty="0">
                <a:solidFill>
                  <a:srgbClr val="FF0000"/>
                </a:solidFill>
              </a:rPr>
              <a:t>4</a:t>
            </a:r>
            <a:r>
              <a:rPr lang="en-US" sz="2400" dirty="0">
                <a:solidFill>
                  <a:srgbClr val="000000"/>
                </a:solidFill>
              </a:rPr>
              <a:t>) {</a:t>
            </a:r>
            <a:br>
              <a:rPr lang="en-US" sz="2400" dirty="0">
                <a:solidFill>
                  <a:srgbClr val="000000"/>
                </a:solidFill>
              </a:rPr>
            </a:br>
            <a:r>
              <a:rPr lang="en-US" sz="2400" dirty="0">
                <a:solidFill>
                  <a:srgbClr val="000000"/>
                </a:solidFill>
              </a:rPr>
              <a:t>    </a:t>
            </a:r>
            <a:r>
              <a:rPr lang="en-US" sz="2400" dirty="0">
                <a:solidFill>
                  <a:srgbClr val="0000CD"/>
                </a:solidFill>
              </a:rPr>
              <a:t>break</a:t>
            </a:r>
            <a:r>
              <a:rPr lang="en-US" sz="2400" dirty="0">
                <a:solidFill>
                  <a:srgbClr val="000000"/>
                </a:solidFill>
              </a:rPr>
              <a:t>;</a:t>
            </a:r>
            <a:br>
              <a:rPr lang="en-US" sz="2400" dirty="0">
                <a:solidFill>
                  <a:srgbClr val="000000"/>
                </a:solidFill>
              </a:rPr>
            </a:br>
            <a:r>
              <a:rPr lang="en-US" sz="2400" dirty="0">
                <a:solidFill>
                  <a:srgbClr val="000000"/>
                </a:solidFill>
              </a:rPr>
              <a:t>  }</a:t>
            </a:r>
            <a:br>
              <a:rPr lang="en-US" sz="2400" dirty="0">
                <a:solidFill>
                  <a:srgbClr val="000000"/>
                </a:solidFill>
              </a:rPr>
            </a:br>
            <a:r>
              <a:rPr lang="en-US" sz="2400" dirty="0">
                <a:solidFill>
                  <a:srgbClr val="000000"/>
                </a:solidFill>
              </a:rPr>
              <a:t>} </a:t>
            </a:r>
            <a:endParaRPr lang="en-US" sz="2400" dirty="0"/>
          </a:p>
        </p:txBody>
      </p:sp>
      <p:sp>
        <p:nvSpPr>
          <p:cNvPr id="2" name="Slide Number Placeholder 1">
            <a:extLst>
              <a:ext uri="{FF2B5EF4-FFF2-40B4-BE49-F238E27FC236}">
                <a16:creationId xmlns:a16="http://schemas.microsoft.com/office/drawing/2014/main" id="{CF9993C5-29AE-B962-283E-0B77F298CE9D}"/>
              </a:ext>
            </a:extLst>
          </p:cNvPr>
          <p:cNvSpPr>
            <a:spLocks noGrp="1"/>
          </p:cNvSpPr>
          <p:nvPr>
            <p:ph type="sldNum" idx="12"/>
          </p:nvPr>
        </p:nvSpPr>
        <p:spPr/>
        <p:txBody>
          <a:bodyPr/>
          <a:lstStyle/>
          <a:p>
            <a:fld id="{00000000-1234-1234-1234-123412341234}" type="slidenum">
              <a:rPr lang="en" smtClean="0"/>
              <a:pPr/>
              <a:t>12</a:t>
            </a:fld>
            <a:endParaRPr lang="en"/>
          </a:p>
        </p:txBody>
      </p:sp>
    </p:spTree>
    <p:extLst>
      <p:ext uri="{BB962C8B-B14F-4D97-AF65-F5344CB8AC3E}">
        <p14:creationId xmlns:p14="http://schemas.microsoft.com/office/powerpoint/2010/main" val="3435085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9"/>
          <p:cNvSpPr txBox="1">
            <a:spLocks noGrp="1"/>
          </p:cNvSpPr>
          <p:nvPr>
            <p:ph type="body" idx="1"/>
          </p:nvPr>
        </p:nvSpPr>
        <p:spPr>
          <a:xfrm>
            <a:off x="1006998" y="1397052"/>
            <a:ext cx="8458200" cy="528204"/>
          </a:xfrm>
          <a:prstGeom prst="rect">
            <a:avLst/>
          </a:prstGeom>
        </p:spPr>
        <p:txBody>
          <a:bodyPr spcFirstLastPara="1" vert="horz" wrap="square" lIns="91425" tIns="91425" rIns="91425" bIns="91425" numCol="1" rtlCol="0" anchor="t" anchorCtr="0" compatLnSpc="1">
            <a:prstTxWarp prst="textNoShape">
              <a:avLst/>
            </a:prstTxWarp>
            <a:noAutofit/>
          </a:bodyPr>
          <a:lstStyle/>
          <a:p>
            <a:pPr marL="342900" indent="-342900" algn="just">
              <a:buFont typeface="Arial" panose="020B0604020202020204" pitchFamily="34" charset="0"/>
              <a:buChar char="•"/>
            </a:pPr>
            <a:r>
              <a:rPr lang="en-US" sz="2400" dirty="0"/>
              <a:t>You can also use </a:t>
            </a:r>
            <a:r>
              <a:rPr lang="en-US" sz="2400" dirty="0">
                <a:solidFill>
                  <a:srgbClr val="0070C0"/>
                </a:solidFill>
              </a:rPr>
              <a:t>break</a:t>
            </a:r>
            <a:r>
              <a:rPr lang="en-US" sz="2400" dirty="0"/>
              <a:t> and </a:t>
            </a:r>
            <a:r>
              <a:rPr lang="en-US" sz="2400" dirty="0">
                <a:solidFill>
                  <a:srgbClr val="0070C0"/>
                </a:solidFill>
              </a:rPr>
              <a:t>continue</a:t>
            </a:r>
            <a:r>
              <a:rPr lang="en-US" sz="2400" dirty="0"/>
              <a:t> in while loops:</a:t>
            </a:r>
          </a:p>
          <a:p>
            <a:pPr marL="342900" indent="-342900" algn="just">
              <a:buFont typeface="Arial" panose="020B0604020202020204" pitchFamily="34" charset="0"/>
              <a:buChar char="•"/>
            </a:pPr>
            <a:endParaRPr lang="en-US" sz="2400" b="1" dirty="0"/>
          </a:p>
          <a:p>
            <a:pPr marL="342900" indent="-342900" algn="just">
              <a:buFont typeface="Arial" panose="020B0604020202020204" pitchFamily="34" charset="0"/>
              <a:buChar char="•"/>
            </a:pPr>
            <a:r>
              <a:rPr lang="en-US" sz="2400" b="1" dirty="0"/>
              <a:t>Continue example:</a:t>
            </a:r>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dirty="0"/>
          </a:p>
        </p:txBody>
      </p:sp>
      <p:sp>
        <p:nvSpPr>
          <p:cNvPr id="133" name="Google Shape;133;p19"/>
          <p:cNvSpPr txBox="1">
            <a:spLocks noGrp="1"/>
          </p:cNvSpPr>
          <p:nvPr>
            <p:ph type="title"/>
          </p:nvPr>
        </p:nvSpPr>
        <p:spPr>
          <a:xfrm>
            <a:off x="3458419" y="476372"/>
            <a:ext cx="5275162" cy="528204"/>
          </a:xfrm>
          <a:prstGeom prst="rect">
            <a:avLst/>
          </a:prstGeom>
        </p:spPr>
        <p:txBody>
          <a:bodyPr spcFirstLastPara="1" vert="horz" wrap="square" lIns="91425" tIns="91425" rIns="91425" bIns="91425" numCol="1" rtlCol="0" anchor="b" anchorCtr="0" compatLnSpc="1">
            <a:prstTxWarp prst="textNoShape">
              <a:avLst/>
            </a:prstTxWarp>
            <a:noAutofit/>
          </a:bodyPr>
          <a:lstStyle/>
          <a:p>
            <a:pPr lvl="0" algn="ctr"/>
            <a:r>
              <a:rPr lang="en-US" b="1" dirty="0">
                <a:solidFill>
                  <a:srgbClr val="C00000"/>
                </a:solidFill>
                <a:sym typeface="Arial"/>
              </a:rPr>
              <a:t>Break and Continue in While Loop</a:t>
            </a:r>
          </a:p>
        </p:txBody>
      </p:sp>
      <p:sp>
        <p:nvSpPr>
          <p:cNvPr id="2" name="Rectangle 1"/>
          <p:cNvSpPr/>
          <p:nvPr/>
        </p:nvSpPr>
        <p:spPr>
          <a:xfrm>
            <a:off x="3266955" y="3138379"/>
            <a:ext cx="4800600" cy="2862322"/>
          </a:xfrm>
          <a:prstGeom prst="rect">
            <a:avLst/>
          </a:prstGeom>
        </p:spPr>
        <p:txBody>
          <a:bodyPr wrap="square">
            <a:spAutoFit/>
          </a:bodyPr>
          <a:lstStyle/>
          <a:p>
            <a:r>
              <a:rPr lang="en-US" sz="2000" dirty="0" err="1">
                <a:solidFill>
                  <a:srgbClr val="0000CD"/>
                </a:solidFill>
              </a:rPr>
              <a:t>int</a:t>
            </a:r>
            <a:r>
              <a:rPr lang="en-US" sz="2000" dirty="0">
                <a:solidFill>
                  <a:srgbClr val="000000"/>
                </a:solidFill>
              </a:rPr>
              <a:t> </a:t>
            </a:r>
            <a:r>
              <a:rPr lang="en-US" sz="2000" dirty="0" err="1">
                <a:solidFill>
                  <a:srgbClr val="000000"/>
                </a:solidFill>
              </a:rPr>
              <a:t>i</a:t>
            </a:r>
            <a:r>
              <a:rPr lang="en-US" sz="2000" dirty="0">
                <a:solidFill>
                  <a:srgbClr val="000000"/>
                </a:solidFill>
              </a:rPr>
              <a:t> = </a:t>
            </a:r>
            <a:r>
              <a:rPr lang="en-US" sz="2000" dirty="0">
                <a:solidFill>
                  <a:srgbClr val="FF0000"/>
                </a:solidFill>
              </a:rPr>
              <a:t>0</a:t>
            </a:r>
            <a:r>
              <a:rPr lang="en-US" sz="2000" dirty="0">
                <a:solidFill>
                  <a:srgbClr val="000000"/>
                </a:solidFill>
              </a:rPr>
              <a:t>;</a:t>
            </a:r>
            <a:br>
              <a:rPr lang="en-US" sz="2000" dirty="0">
                <a:solidFill>
                  <a:srgbClr val="000000"/>
                </a:solidFill>
              </a:rPr>
            </a:br>
            <a:r>
              <a:rPr lang="en-US" sz="2000" dirty="0">
                <a:solidFill>
                  <a:srgbClr val="0000CD"/>
                </a:solidFill>
              </a:rPr>
              <a:t>while</a:t>
            </a:r>
            <a:r>
              <a:rPr lang="en-US" sz="2000" dirty="0">
                <a:solidFill>
                  <a:srgbClr val="000000"/>
                </a:solidFill>
              </a:rPr>
              <a:t> (</a:t>
            </a:r>
            <a:r>
              <a:rPr lang="en-US" sz="2000" dirty="0" err="1">
                <a:solidFill>
                  <a:srgbClr val="000000"/>
                </a:solidFill>
              </a:rPr>
              <a:t>i</a:t>
            </a:r>
            <a:r>
              <a:rPr lang="en-US" sz="2000" dirty="0">
                <a:solidFill>
                  <a:srgbClr val="000000"/>
                </a:solidFill>
              </a:rPr>
              <a:t> &lt; </a:t>
            </a:r>
            <a:r>
              <a:rPr lang="en-US" sz="2000" dirty="0">
                <a:solidFill>
                  <a:srgbClr val="FF0000"/>
                </a:solidFill>
              </a:rPr>
              <a:t>10</a:t>
            </a:r>
            <a:r>
              <a:rPr lang="en-US" sz="2000" dirty="0">
                <a:solidFill>
                  <a:srgbClr val="000000"/>
                </a:solidFill>
              </a:rPr>
              <a:t>) {</a:t>
            </a:r>
            <a:br>
              <a:rPr lang="en-US" sz="2000" dirty="0">
                <a:solidFill>
                  <a:srgbClr val="000000"/>
                </a:solidFill>
              </a:rPr>
            </a:br>
            <a:r>
              <a:rPr lang="en-US" sz="2000" dirty="0">
                <a:solidFill>
                  <a:srgbClr val="000000"/>
                </a:solidFill>
              </a:rPr>
              <a:t>  </a:t>
            </a:r>
            <a:r>
              <a:rPr lang="en-US" sz="2000" dirty="0">
                <a:solidFill>
                  <a:srgbClr val="0000CD"/>
                </a:solidFill>
              </a:rPr>
              <a:t>if</a:t>
            </a:r>
            <a:r>
              <a:rPr lang="en-US" sz="2000" dirty="0">
                <a:solidFill>
                  <a:srgbClr val="000000"/>
                </a:solidFill>
              </a:rPr>
              <a:t> (</a:t>
            </a:r>
            <a:r>
              <a:rPr lang="en-US" sz="2000" dirty="0" err="1">
                <a:solidFill>
                  <a:srgbClr val="000000"/>
                </a:solidFill>
              </a:rPr>
              <a:t>i</a:t>
            </a:r>
            <a:r>
              <a:rPr lang="en-US" sz="2000" dirty="0">
                <a:solidFill>
                  <a:srgbClr val="000000"/>
                </a:solidFill>
              </a:rPr>
              <a:t> == </a:t>
            </a:r>
            <a:r>
              <a:rPr lang="en-US" sz="2000" dirty="0">
                <a:solidFill>
                  <a:srgbClr val="FF0000"/>
                </a:solidFill>
              </a:rPr>
              <a:t>4</a:t>
            </a:r>
            <a:r>
              <a:rPr lang="en-US" sz="2000" dirty="0">
                <a:solidFill>
                  <a:srgbClr val="000000"/>
                </a:solidFill>
              </a:rPr>
              <a:t>) {</a:t>
            </a:r>
            <a:br>
              <a:rPr lang="en-US" sz="2000" dirty="0">
                <a:solidFill>
                  <a:srgbClr val="000000"/>
                </a:solidFill>
              </a:rPr>
            </a:br>
            <a:r>
              <a:rPr lang="en-US" sz="2000" dirty="0">
                <a:solidFill>
                  <a:srgbClr val="000000"/>
                </a:solidFill>
              </a:rPr>
              <a:t>    </a:t>
            </a:r>
            <a:r>
              <a:rPr lang="en-US" sz="2000" dirty="0" err="1">
                <a:solidFill>
                  <a:srgbClr val="000000"/>
                </a:solidFill>
              </a:rPr>
              <a:t>i</a:t>
            </a:r>
            <a:r>
              <a:rPr lang="en-US" sz="2000" dirty="0">
                <a:solidFill>
                  <a:srgbClr val="000000"/>
                </a:solidFill>
              </a:rPr>
              <a:t>++;</a:t>
            </a:r>
            <a:br>
              <a:rPr lang="en-US" sz="2000" dirty="0">
                <a:solidFill>
                  <a:srgbClr val="000000"/>
                </a:solidFill>
              </a:rPr>
            </a:br>
            <a:r>
              <a:rPr lang="en-US" sz="2000" dirty="0">
                <a:solidFill>
                  <a:srgbClr val="000000"/>
                </a:solidFill>
              </a:rPr>
              <a:t>    </a:t>
            </a:r>
            <a:r>
              <a:rPr lang="en-US" sz="2000" dirty="0">
                <a:solidFill>
                  <a:srgbClr val="0000CD"/>
                </a:solidFill>
              </a:rPr>
              <a:t>continue</a:t>
            </a:r>
            <a:r>
              <a:rPr lang="en-US" sz="2000" dirty="0">
                <a:solidFill>
                  <a:srgbClr val="000000"/>
                </a:solidFill>
              </a:rPr>
              <a:t>;</a:t>
            </a:r>
            <a:br>
              <a:rPr lang="en-US" sz="2000" dirty="0">
                <a:solidFill>
                  <a:srgbClr val="000000"/>
                </a:solidFill>
              </a:rPr>
            </a:br>
            <a:r>
              <a:rPr lang="en-US" sz="2000" dirty="0">
                <a:solidFill>
                  <a:srgbClr val="000000"/>
                </a:solidFill>
              </a:rPr>
              <a:t>  }</a:t>
            </a:r>
            <a:br>
              <a:rPr lang="en-US" sz="2000" dirty="0">
                <a:solidFill>
                  <a:srgbClr val="000000"/>
                </a:solidFill>
              </a:rPr>
            </a:br>
            <a:r>
              <a:rPr lang="en-US" sz="2000" dirty="0">
                <a:solidFill>
                  <a:srgbClr val="000000"/>
                </a:solidFill>
              </a:rPr>
              <a:t>  </a:t>
            </a:r>
            <a:r>
              <a:rPr lang="en-US" sz="2000" dirty="0" err="1">
                <a:solidFill>
                  <a:srgbClr val="000000"/>
                </a:solidFill>
              </a:rPr>
              <a:t>cout</a:t>
            </a:r>
            <a:r>
              <a:rPr lang="en-US" sz="2000" dirty="0">
                <a:solidFill>
                  <a:srgbClr val="000000"/>
                </a:solidFill>
              </a:rPr>
              <a:t> &lt;&lt; </a:t>
            </a:r>
            <a:r>
              <a:rPr lang="en-US" sz="2000" dirty="0" err="1">
                <a:solidFill>
                  <a:srgbClr val="000000"/>
                </a:solidFill>
              </a:rPr>
              <a:t>i</a:t>
            </a:r>
            <a:r>
              <a:rPr lang="en-US" sz="2000" dirty="0">
                <a:solidFill>
                  <a:srgbClr val="000000"/>
                </a:solidFill>
              </a:rPr>
              <a:t> &lt;&lt; </a:t>
            </a:r>
            <a:r>
              <a:rPr lang="en-US" sz="2000" dirty="0">
                <a:solidFill>
                  <a:srgbClr val="A52A2A"/>
                </a:solidFill>
              </a:rPr>
              <a:t>"\n"</a:t>
            </a:r>
            <a:r>
              <a:rPr lang="en-US" sz="2000" dirty="0">
                <a:solidFill>
                  <a:srgbClr val="000000"/>
                </a:solidFill>
              </a:rPr>
              <a:t>;</a:t>
            </a:r>
            <a:br>
              <a:rPr lang="en-US" sz="2000" dirty="0">
                <a:solidFill>
                  <a:srgbClr val="000000"/>
                </a:solidFill>
              </a:rPr>
            </a:br>
            <a:r>
              <a:rPr lang="en-US" sz="2000" dirty="0">
                <a:solidFill>
                  <a:srgbClr val="000000"/>
                </a:solidFill>
              </a:rPr>
              <a:t>  </a:t>
            </a:r>
            <a:r>
              <a:rPr lang="en-US" sz="2000" dirty="0" err="1">
                <a:solidFill>
                  <a:srgbClr val="000000"/>
                </a:solidFill>
              </a:rPr>
              <a:t>i</a:t>
            </a:r>
            <a:r>
              <a:rPr lang="en-US" sz="2000" dirty="0">
                <a:solidFill>
                  <a:srgbClr val="000000"/>
                </a:solidFill>
              </a:rPr>
              <a:t>++;</a:t>
            </a:r>
            <a:br>
              <a:rPr lang="en-US" sz="2000" dirty="0">
                <a:solidFill>
                  <a:srgbClr val="000000"/>
                </a:solidFill>
              </a:rPr>
            </a:br>
            <a:r>
              <a:rPr lang="en-US" sz="2000" dirty="0">
                <a:solidFill>
                  <a:srgbClr val="000000"/>
                </a:solidFill>
              </a:rPr>
              <a:t>} </a:t>
            </a:r>
            <a:endParaRPr lang="en-US" sz="2000" dirty="0"/>
          </a:p>
        </p:txBody>
      </p:sp>
      <p:sp>
        <p:nvSpPr>
          <p:cNvPr id="3" name="Slide Number Placeholder 2">
            <a:extLst>
              <a:ext uri="{FF2B5EF4-FFF2-40B4-BE49-F238E27FC236}">
                <a16:creationId xmlns:a16="http://schemas.microsoft.com/office/drawing/2014/main" id="{B8E44F42-9F3D-2ED6-0B0E-12FC264704D2}"/>
              </a:ext>
            </a:extLst>
          </p:cNvPr>
          <p:cNvSpPr>
            <a:spLocks noGrp="1"/>
          </p:cNvSpPr>
          <p:nvPr>
            <p:ph type="sldNum" idx="12"/>
          </p:nvPr>
        </p:nvSpPr>
        <p:spPr/>
        <p:txBody>
          <a:bodyPr/>
          <a:lstStyle/>
          <a:p>
            <a:fld id="{00000000-1234-1234-1234-123412341234}" type="slidenum">
              <a:rPr lang="en" smtClean="0"/>
              <a:pPr/>
              <a:t>13</a:t>
            </a:fld>
            <a:endParaRPr lang="en"/>
          </a:p>
        </p:txBody>
      </p:sp>
    </p:spTree>
    <p:extLst>
      <p:ext uri="{BB962C8B-B14F-4D97-AF65-F5344CB8AC3E}">
        <p14:creationId xmlns:p14="http://schemas.microsoft.com/office/powerpoint/2010/main" val="3698424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DEC0B4B2-36AE-FF13-13EF-DD2F10DA8BB4}"/>
            </a:ext>
          </a:extLst>
        </p:cNvPr>
        <p:cNvGrpSpPr/>
        <p:nvPr/>
      </p:nvGrpSpPr>
      <p:grpSpPr>
        <a:xfrm>
          <a:off x="0" y="0"/>
          <a:ext cx="0" cy="0"/>
          <a:chOff x="0" y="0"/>
          <a:chExt cx="0" cy="0"/>
        </a:xfrm>
      </p:grpSpPr>
      <p:sp>
        <p:nvSpPr>
          <p:cNvPr id="133" name="Google Shape;133;p19">
            <a:extLst>
              <a:ext uri="{FF2B5EF4-FFF2-40B4-BE49-F238E27FC236}">
                <a16:creationId xmlns:a16="http://schemas.microsoft.com/office/drawing/2014/main" id="{744F4E66-737E-BE7C-A04B-42C1E2612536}"/>
              </a:ext>
            </a:extLst>
          </p:cNvPr>
          <p:cNvSpPr txBox="1">
            <a:spLocks noGrp="1"/>
          </p:cNvSpPr>
          <p:nvPr>
            <p:ph type="title"/>
          </p:nvPr>
        </p:nvSpPr>
        <p:spPr>
          <a:xfrm>
            <a:off x="4826642" y="100660"/>
            <a:ext cx="2812648" cy="475651"/>
          </a:xfrm>
          <a:prstGeom prst="rect">
            <a:avLst/>
          </a:prstGeom>
        </p:spPr>
        <p:txBody>
          <a:bodyPr spcFirstLastPara="1" vert="horz" wrap="square" lIns="91425" tIns="91425" rIns="91425" bIns="91425" numCol="1" rtlCol="0" anchor="b" anchorCtr="0" compatLnSpc="1">
            <a:prstTxWarp prst="textNoShape">
              <a:avLst/>
            </a:prstTxWarp>
            <a:noAutofit/>
          </a:bodyPr>
          <a:lstStyle/>
          <a:p>
            <a:pPr lvl="0" algn="ctr"/>
            <a:r>
              <a:rPr lang="en-US" b="1" dirty="0">
                <a:solidFill>
                  <a:srgbClr val="C00000"/>
                </a:solidFill>
                <a:sym typeface="Arial"/>
              </a:rPr>
              <a:t>Example</a:t>
            </a:r>
          </a:p>
        </p:txBody>
      </p:sp>
      <p:sp>
        <p:nvSpPr>
          <p:cNvPr id="2" name="Slide Number Placeholder 1">
            <a:extLst>
              <a:ext uri="{FF2B5EF4-FFF2-40B4-BE49-F238E27FC236}">
                <a16:creationId xmlns:a16="http://schemas.microsoft.com/office/drawing/2014/main" id="{EADB1040-B10B-2B51-5744-D111E803EE6A}"/>
              </a:ext>
            </a:extLst>
          </p:cNvPr>
          <p:cNvSpPr>
            <a:spLocks noGrp="1"/>
          </p:cNvSpPr>
          <p:nvPr>
            <p:ph type="sldNum" idx="12"/>
          </p:nvPr>
        </p:nvSpPr>
        <p:spPr/>
        <p:txBody>
          <a:bodyPr/>
          <a:lstStyle/>
          <a:p>
            <a:fld id="{00000000-1234-1234-1234-123412341234}" type="slidenum">
              <a:rPr lang="en" smtClean="0"/>
              <a:pPr/>
              <a:t>14</a:t>
            </a:fld>
            <a:endParaRPr lang="en"/>
          </a:p>
        </p:txBody>
      </p:sp>
      <p:sp>
        <p:nvSpPr>
          <p:cNvPr id="7" name="TextBox 6">
            <a:extLst>
              <a:ext uri="{FF2B5EF4-FFF2-40B4-BE49-F238E27FC236}">
                <a16:creationId xmlns:a16="http://schemas.microsoft.com/office/drawing/2014/main" id="{AABC274A-C0FC-0927-2E8A-83D9B42C0F41}"/>
              </a:ext>
            </a:extLst>
          </p:cNvPr>
          <p:cNvSpPr txBox="1"/>
          <p:nvPr/>
        </p:nvSpPr>
        <p:spPr>
          <a:xfrm>
            <a:off x="397985" y="576311"/>
            <a:ext cx="10807860" cy="784830"/>
          </a:xfrm>
          <a:prstGeom prst="rect">
            <a:avLst/>
          </a:prstGeom>
          <a:noFill/>
        </p:spPr>
        <p:txBody>
          <a:bodyPr wrap="square">
            <a:spAutoFit/>
          </a:bodyPr>
          <a:lstStyle/>
          <a:p>
            <a:pPr algn="l">
              <a:lnSpc>
                <a:spcPts val="2700"/>
              </a:lnSpc>
              <a:spcAft>
                <a:spcPts val="900"/>
              </a:spcAft>
              <a:buNone/>
            </a:pPr>
            <a:r>
              <a:rPr lang="en-US" sz="2400" b="1" i="0" u="sng" dirty="0">
                <a:solidFill>
                  <a:srgbClr val="C00000"/>
                </a:solidFill>
                <a:effectLst/>
                <a:latin typeface="euclid_circular_a"/>
              </a:rPr>
              <a:t>Example 2</a:t>
            </a:r>
            <a:r>
              <a:rPr lang="en-US" sz="2400" b="1" i="0" dirty="0">
                <a:solidFill>
                  <a:srgbClr val="25265E"/>
                </a:solidFill>
                <a:effectLst/>
                <a:latin typeface="euclid_circular_a"/>
              </a:rPr>
              <a:t>: Sum of Positive Numbers Only –if the user enters a negative number, the loop ends </a:t>
            </a:r>
          </a:p>
        </p:txBody>
      </p:sp>
      <p:sp>
        <p:nvSpPr>
          <p:cNvPr id="11" name="TextBox 10">
            <a:extLst>
              <a:ext uri="{FF2B5EF4-FFF2-40B4-BE49-F238E27FC236}">
                <a16:creationId xmlns:a16="http://schemas.microsoft.com/office/drawing/2014/main" id="{10410E87-3BD8-A48B-A81E-577A28A82CA4}"/>
              </a:ext>
            </a:extLst>
          </p:cNvPr>
          <p:cNvSpPr txBox="1"/>
          <p:nvPr/>
        </p:nvSpPr>
        <p:spPr>
          <a:xfrm>
            <a:off x="2754880" y="1179647"/>
            <a:ext cx="8102174" cy="501675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b="1" dirty="0">
                <a:solidFill>
                  <a:srgbClr val="002060"/>
                </a:solidFill>
              </a:rPr>
              <a:t>#include &lt;iostream&gt;</a:t>
            </a:r>
          </a:p>
          <a:p>
            <a:r>
              <a:rPr lang="en-US" sz="2000" b="1" dirty="0">
                <a:solidFill>
                  <a:srgbClr val="C00000"/>
                </a:solidFill>
              </a:rPr>
              <a:t>using namespace std;</a:t>
            </a:r>
          </a:p>
          <a:p>
            <a:r>
              <a:rPr lang="en-US" sz="2000" b="1" dirty="0">
                <a:solidFill>
                  <a:srgbClr val="002060"/>
                </a:solidFill>
              </a:rPr>
              <a:t>int main() </a:t>
            </a:r>
            <a:r>
              <a:rPr lang="en-US" sz="2000" dirty="0"/>
              <a:t>{</a:t>
            </a:r>
          </a:p>
          <a:p>
            <a:r>
              <a:rPr lang="en-US" sz="2000" dirty="0"/>
              <a:t>    int </a:t>
            </a:r>
            <a:r>
              <a:rPr lang="en-US" sz="2000" b="1" dirty="0">
                <a:solidFill>
                  <a:srgbClr val="C00000"/>
                </a:solidFill>
              </a:rPr>
              <a:t>number</a:t>
            </a:r>
            <a:r>
              <a:rPr lang="en-US" sz="2000" dirty="0"/>
              <a:t>;</a:t>
            </a:r>
          </a:p>
          <a:p>
            <a:r>
              <a:rPr lang="en-US" sz="2000" dirty="0"/>
              <a:t>    int </a:t>
            </a:r>
            <a:r>
              <a:rPr lang="en-US" sz="2000" b="1" dirty="0">
                <a:solidFill>
                  <a:srgbClr val="C00000"/>
                </a:solidFill>
              </a:rPr>
              <a:t>sum = 0</a:t>
            </a:r>
            <a:r>
              <a:rPr lang="en-US" sz="2000" dirty="0"/>
              <a:t>;</a:t>
            </a:r>
          </a:p>
          <a:p>
            <a:r>
              <a:rPr lang="en-US" sz="2000" dirty="0"/>
              <a:t>    </a:t>
            </a:r>
            <a:r>
              <a:rPr lang="en-US" sz="2000" b="1" dirty="0">
                <a:solidFill>
                  <a:srgbClr val="C00000"/>
                </a:solidFill>
              </a:rPr>
              <a:t>cout</a:t>
            </a:r>
            <a:r>
              <a:rPr lang="en-US" sz="2000" dirty="0"/>
              <a:t> &lt;&lt; "Enter a number: ";     </a:t>
            </a:r>
            <a:r>
              <a:rPr lang="en-US" sz="2000" dirty="0">
                <a:solidFill>
                  <a:srgbClr val="00B050"/>
                </a:solidFill>
              </a:rPr>
              <a:t>// take input from the user</a:t>
            </a:r>
          </a:p>
          <a:p>
            <a:r>
              <a:rPr lang="en-US" sz="2000" b="1" dirty="0">
                <a:solidFill>
                  <a:srgbClr val="002060"/>
                </a:solidFill>
              </a:rPr>
              <a:t>    </a:t>
            </a:r>
            <a:r>
              <a:rPr lang="en-US" sz="2000" b="1" dirty="0" err="1">
                <a:solidFill>
                  <a:srgbClr val="002060"/>
                </a:solidFill>
              </a:rPr>
              <a:t>cin</a:t>
            </a:r>
            <a:r>
              <a:rPr lang="en-US" sz="2000" b="1" dirty="0">
                <a:solidFill>
                  <a:srgbClr val="002060"/>
                </a:solidFill>
              </a:rPr>
              <a:t> </a:t>
            </a:r>
            <a:r>
              <a:rPr lang="en-US" sz="2000" dirty="0"/>
              <a:t>&gt;&gt; number;</a:t>
            </a:r>
          </a:p>
          <a:p>
            <a:r>
              <a:rPr lang="en-US" sz="2000" dirty="0"/>
              <a:t>    </a:t>
            </a:r>
            <a:r>
              <a:rPr lang="en-US" sz="2000" b="1" dirty="0">
                <a:solidFill>
                  <a:srgbClr val="C00000"/>
                </a:solidFill>
              </a:rPr>
              <a:t>while (number &gt;= 0) </a:t>
            </a:r>
            <a:r>
              <a:rPr lang="en-US" sz="2000" dirty="0"/>
              <a:t>{</a:t>
            </a:r>
          </a:p>
          <a:p>
            <a:r>
              <a:rPr lang="en-US" sz="2000" dirty="0"/>
              <a:t>     </a:t>
            </a:r>
            <a:r>
              <a:rPr lang="en-US" sz="2000" b="1" dirty="0">
                <a:solidFill>
                  <a:srgbClr val="002060"/>
                </a:solidFill>
              </a:rPr>
              <a:t>sum += number;                 </a:t>
            </a:r>
            <a:r>
              <a:rPr lang="en-US" sz="2000" dirty="0">
                <a:solidFill>
                  <a:srgbClr val="00B050"/>
                </a:solidFill>
              </a:rPr>
              <a:t>// add all positive numbers</a:t>
            </a:r>
          </a:p>
          <a:p>
            <a:r>
              <a:rPr lang="en-US" sz="2000" dirty="0"/>
              <a:t>    </a:t>
            </a:r>
            <a:r>
              <a:rPr lang="en-US" sz="2000" b="1" dirty="0">
                <a:solidFill>
                  <a:srgbClr val="C00000"/>
                </a:solidFill>
              </a:rPr>
              <a:t>cout </a:t>
            </a:r>
            <a:r>
              <a:rPr lang="en-US" sz="2000" dirty="0"/>
              <a:t>&lt;&lt; "Enter a number: ";    </a:t>
            </a:r>
            <a:r>
              <a:rPr lang="en-US" sz="2000" dirty="0">
                <a:solidFill>
                  <a:srgbClr val="00B050"/>
                </a:solidFill>
              </a:rPr>
              <a:t>// take input again if the number is positive</a:t>
            </a:r>
          </a:p>
          <a:p>
            <a:r>
              <a:rPr lang="en-US" sz="2000" dirty="0"/>
              <a:t>        </a:t>
            </a:r>
            <a:r>
              <a:rPr lang="en-US" sz="2000" b="1" dirty="0" err="1">
                <a:solidFill>
                  <a:srgbClr val="002060"/>
                </a:solidFill>
              </a:rPr>
              <a:t>cin</a:t>
            </a:r>
            <a:r>
              <a:rPr lang="en-US" sz="2000" b="1" dirty="0">
                <a:solidFill>
                  <a:srgbClr val="002060"/>
                </a:solidFill>
              </a:rPr>
              <a:t> </a:t>
            </a:r>
            <a:r>
              <a:rPr lang="en-US" sz="2000" dirty="0"/>
              <a:t>&gt;&gt; </a:t>
            </a:r>
            <a:r>
              <a:rPr lang="en-US" sz="2000" b="1" dirty="0">
                <a:solidFill>
                  <a:srgbClr val="C00000"/>
                </a:solidFill>
              </a:rPr>
              <a:t>number</a:t>
            </a:r>
            <a:r>
              <a:rPr lang="en-US" sz="2000" dirty="0"/>
              <a:t>;</a:t>
            </a:r>
          </a:p>
          <a:p>
            <a:r>
              <a:rPr lang="en-US" sz="2000" dirty="0"/>
              <a:t>    }</a:t>
            </a:r>
          </a:p>
          <a:p>
            <a:r>
              <a:rPr lang="en-US" sz="2000" dirty="0"/>
              <a:t>     </a:t>
            </a:r>
            <a:r>
              <a:rPr lang="en-US" sz="2000" b="1" dirty="0">
                <a:solidFill>
                  <a:srgbClr val="C00000"/>
                </a:solidFill>
              </a:rPr>
              <a:t>cout</a:t>
            </a:r>
            <a:r>
              <a:rPr lang="en-US" sz="2000" dirty="0"/>
              <a:t> &lt;&lt; "\</a:t>
            </a:r>
            <a:r>
              <a:rPr lang="en-US" sz="2000" dirty="0" err="1"/>
              <a:t>nThe</a:t>
            </a:r>
            <a:r>
              <a:rPr lang="en-US" sz="2000" dirty="0"/>
              <a:t> sum is " &lt;&lt; </a:t>
            </a:r>
            <a:r>
              <a:rPr lang="en-US" sz="2000" b="1" dirty="0">
                <a:solidFill>
                  <a:srgbClr val="C00000"/>
                </a:solidFill>
              </a:rPr>
              <a:t>sum</a:t>
            </a:r>
            <a:r>
              <a:rPr lang="en-US" sz="2000" dirty="0"/>
              <a:t> &lt;&lt; </a:t>
            </a:r>
            <a:r>
              <a:rPr lang="en-US" sz="2000" dirty="0" err="1"/>
              <a:t>endl</a:t>
            </a:r>
            <a:r>
              <a:rPr lang="en-US" sz="2000" dirty="0"/>
              <a:t>; </a:t>
            </a:r>
            <a:r>
              <a:rPr lang="en-US" sz="2000" dirty="0">
                <a:solidFill>
                  <a:srgbClr val="00B050"/>
                </a:solidFill>
              </a:rPr>
              <a:t>// display the sum</a:t>
            </a:r>
          </a:p>
          <a:p>
            <a:endParaRPr lang="en-US" sz="2000" dirty="0"/>
          </a:p>
          <a:p>
            <a:r>
              <a:rPr lang="en-US" sz="2000" dirty="0"/>
              <a:t>        </a:t>
            </a:r>
            <a:r>
              <a:rPr lang="en-US" sz="2000" b="1" dirty="0">
                <a:solidFill>
                  <a:srgbClr val="002060"/>
                </a:solidFill>
              </a:rPr>
              <a:t>return 0;</a:t>
            </a:r>
          </a:p>
          <a:p>
            <a:r>
              <a:rPr lang="en-US" sz="2000" dirty="0"/>
              <a:t>}</a:t>
            </a:r>
          </a:p>
        </p:txBody>
      </p:sp>
    </p:spTree>
    <p:extLst>
      <p:ext uri="{BB962C8B-B14F-4D97-AF65-F5344CB8AC3E}">
        <p14:creationId xmlns:p14="http://schemas.microsoft.com/office/powerpoint/2010/main" val="1113944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7D401440-3CE9-E882-5F17-9CF6D9C5D394}"/>
            </a:ext>
          </a:extLst>
        </p:cNvPr>
        <p:cNvGrpSpPr/>
        <p:nvPr/>
      </p:nvGrpSpPr>
      <p:grpSpPr>
        <a:xfrm>
          <a:off x="0" y="0"/>
          <a:ext cx="0" cy="0"/>
          <a:chOff x="0" y="0"/>
          <a:chExt cx="0" cy="0"/>
        </a:xfrm>
      </p:grpSpPr>
      <p:sp>
        <p:nvSpPr>
          <p:cNvPr id="133" name="Google Shape;133;p19">
            <a:extLst>
              <a:ext uri="{FF2B5EF4-FFF2-40B4-BE49-F238E27FC236}">
                <a16:creationId xmlns:a16="http://schemas.microsoft.com/office/drawing/2014/main" id="{391D46E5-F5AA-EE99-AD99-13AAECEC2619}"/>
              </a:ext>
            </a:extLst>
          </p:cNvPr>
          <p:cNvSpPr txBox="1">
            <a:spLocks noGrp="1"/>
          </p:cNvSpPr>
          <p:nvPr>
            <p:ph type="title"/>
          </p:nvPr>
        </p:nvSpPr>
        <p:spPr>
          <a:xfrm>
            <a:off x="4826642" y="100660"/>
            <a:ext cx="2812648" cy="475651"/>
          </a:xfrm>
          <a:prstGeom prst="rect">
            <a:avLst/>
          </a:prstGeom>
        </p:spPr>
        <p:txBody>
          <a:bodyPr spcFirstLastPara="1" vert="horz" wrap="square" lIns="91425" tIns="91425" rIns="91425" bIns="91425" numCol="1" rtlCol="0" anchor="b" anchorCtr="0" compatLnSpc="1">
            <a:prstTxWarp prst="textNoShape">
              <a:avLst/>
            </a:prstTxWarp>
            <a:noAutofit/>
          </a:bodyPr>
          <a:lstStyle/>
          <a:p>
            <a:pPr lvl="0" algn="ctr"/>
            <a:r>
              <a:rPr lang="en-US" b="1" dirty="0">
                <a:solidFill>
                  <a:srgbClr val="C00000"/>
                </a:solidFill>
                <a:sym typeface="Arial"/>
              </a:rPr>
              <a:t>Example</a:t>
            </a:r>
          </a:p>
        </p:txBody>
      </p:sp>
      <p:sp>
        <p:nvSpPr>
          <p:cNvPr id="2" name="Slide Number Placeholder 1">
            <a:extLst>
              <a:ext uri="{FF2B5EF4-FFF2-40B4-BE49-F238E27FC236}">
                <a16:creationId xmlns:a16="http://schemas.microsoft.com/office/drawing/2014/main" id="{57EA11CC-0FE9-F93E-7964-1150A44F04D0}"/>
              </a:ext>
            </a:extLst>
          </p:cNvPr>
          <p:cNvSpPr>
            <a:spLocks noGrp="1"/>
          </p:cNvSpPr>
          <p:nvPr>
            <p:ph type="sldNum" idx="12"/>
          </p:nvPr>
        </p:nvSpPr>
        <p:spPr/>
        <p:txBody>
          <a:bodyPr/>
          <a:lstStyle/>
          <a:p>
            <a:fld id="{00000000-1234-1234-1234-123412341234}" type="slidenum">
              <a:rPr lang="en" smtClean="0"/>
              <a:pPr/>
              <a:t>15</a:t>
            </a:fld>
            <a:endParaRPr lang="en"/>
          </a:p>
        </p:txBody>
      </p:sp>
      <p:sp>
        <p:nvSpPr>
          <p:cNvPr id="7" name="TextBox 6">
            <a:extLst>
              <a:ext uri="{FF2B5EF4-FFF2-40B4-BE49-F238E27FC236}">
                <a16:creationId xmlns:a16="http://schemas.microsoft.com/office/drawing/2014/main" id="{EF0D28F7-9841-6E67-93D1-99CDE764A7F2}"/>
              </a:ext>
            </a:extLst>
          </p:cNvPr>
          <p:cNvSpPr txBox="1"/>
          <p:nvPr/>
        </p:nvSpPr>
        <p:spPr>
          <a:xfrm>
            <a:off x="430442" y="576310"/>
            <a:ext cx="7336171" cy="900246"/>
          </a:xfrm>
          <a:prstGeom prst="rect">
            <a:avLst/>
          </a:prstGeom>
          <a:noFill/>
        </p:spPr>
        <p:txBody>
          <a:bodyPr wrap="square">
            <a:spAutoFit/>
          </a:bodyPr>
          <a:lstStyle/>
          <a:p>
            <a:pPr algn="l">
              <a:lnSpc>
                <a:spcPts val="2700"/>
              </a:lnSpc>
              <a:spcAft>
                <a:spcPts val="900"/>
              </a:spcAft>
              <a:buNone/>
            </a:pPr>
            <a:r>
              <a:rPr lang="en-US" sz="2400" b="1" i="0" u="sng" dirty="0">
                <a:solidFill>
                  <a:srgbClr val="C00000"/>
                </a:solidFill>
                <a:effectLst/>
                <a:latin typeface="euclid_circular_a"/>
              </a:rPr>
              <a:t>Example 3</a:t>
            </a:r>
            <a:r>
              <a:rPr lang="en-US" sz="2400" b="1" i="0" dirty="0">
                <a:solidFill>
                  <a:srgbClr val="25265E"/>
                </a:solidFill>
                <a:effectLst/>
                <a:latin typeface="euclid_circular_a"/>
              </a:rPr>
              <a:t>: </a:t>
            </a:r>
            <a:r>
              <a:rPr lang="en-US" sz="2400" b="1" dirty="0">
                <a:solidFill>
                  <a:srgbClr val="25265E"/>
                </a:solidFill>
                <a:latin typeface="euclid_circular_a"/>
              </a:rPr>
              <a:t>C</a:t>
            </a:r>
            <a:r>
              <a:rPr lang="en-US" sz="2400" b="1" i="0" dirty="0">
                <a:solidFill>
                  <a:srgbClr val="25265E"/>
                </a:solidFill>
                <a:effectLst/>
                <a:latin typeface="euclid_circular_a"/>
              </a:rPr>
              <a:t>alculate the sum of numbers in a range  </a:t>
            </a:r>
          </a:p>
          <a:p>
            <a:pPr algn="l">
              <a:lnSpc>
                <a:spcPts val="2700"/>
              </a:lnSpc>
              <a:spcAft>
                <a:spcPts val="900"/>
              </a:spcAft>
              <a:buNone/>
            </a:pPr>
            <a:r>
              <a:rPr lang="en-US" sz="2400" b="1" dirty="0">
                <a:solidFill>
                  <a:srgbClr val="25265E"/>
                </a:solidFill>
                <a:latin typeface="euclid_circular_a"/>
              </a:rPr>
              <a:t>                      </a:t>
            </a:r>
            <a:r>
              <a:rPr lang="en-US" sz="2400" b="1" i="0" dirty="0">
                <a:solidFill>
                  <a:srgbClr val="25265E"/>
                </a:solidFill>
                <a:effectLst/>
                <a:latin typeface="euclid_circular_a"/>
              </a:rPr>
              <a:t>from 10 to 1000 and not divisible by 7.</a:t>
            </a:r>
          </a:p>
        </p:txBody>
      </p:sp>
      <p:sp>
        <p:nvSpPr>
          <p:cNvPr id="11" name="TextBox 10">
            <a:extLst>
              <a:ext uri="{FF2B5EF4-FFF2-40B4-BE49-F238E27FC236}">
                <a16:creationId xmlns:a16="http://schemas.microsoft.com/office/drawing/2014/main" id="{FC68ECA0-B470-5EFE-9BDE-DDCD6968D02B}"/>
              </a:ext>
            </a:extLst>
          </p:cNvPr>
          <p:cNvSpPr txBox="1"/>
          <p:nvPr/>
        </p:nvSpPr>
        <p:spPr>
          <a:xfrm>
            <a:off x="1126108" y="1620311"/>
            <a:ext cx="7336171" cy="483209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200" b="1" dirty="0">
                <a:solidFill>
                  <a:srgbClr val="002060"/>
                </a:solidFill>
              </a:rPr>
              <a:t>#include &lt;iostream&gt;</a:t>
            </a:r>
          </a:p>
          <a:p>
            <a:r>
              <a:rPr lang="en-US" sz="2200" b="1" dirty="0">
                <a:solidFill>
                  <a:srgbClr val="C00000"/>
                </a:solidFill>
              </a:rPr>
              <a:t>using namespace std;</a:t>
            </a:r>
          </a:p>
          <a:p>
            <a:r>
              <a:rPr lang="en-US" sz="2200" b="1" dirty="0">
                <a:solidFill>
                  <a:srgbClr val="002060"/>
                </a:solidFill>
              </a:rPr>
              <a:t>int main() {</a:t>
            </a:r>
          </a:p>
          <a:p>
            <a:r>
              <a:rPr lang="en-US" sz="2200" dirty="0"/>
              <a:t>int sum = 0;</a:t>
            </a:r>
          </a:p>
          <a:p>
            <a:r>
              <a:rPr lang="en-US" sz="2200" b="1" dirty="0">
                <a:solidFill>
                  <a:srgbClr val="002060"/>
                </a:solidFill>
              </a:rPr>
              <a:t>for (int </a:t>
            </a:r>
            <a:r>
              <a:rPr lang="en-US" sz="2200" b="1" dirty="0" err="1">
                <a:solidFill>
                  <a:srgbClr val="002060"/>
                </a:solidFill>
              </a:rPr>
              <a:t>i</a:t>
            </a:r>
            <a:r>
              <a:rPr lang="en-US" sz="2200" b="1" dirty="0">
                <a:solidFill>
                  <a:srgbClr val="002060"/>
                </a:solidFill>
              </a:rPr>
              <a:t> = 10 ; </a:t>
            </a:r>
            <a:r>
              <a:rPr lang="en-US" sz="2200" b="1" dirty="0" err="1">
                <a:solidFill>
                  <a:srgbClr val="002060"/>
                </a:solidFill>
              </a:rPr>
              <a:t>i</a:t>
            </a:r>
            <a:r>
              <a:rPr lang="en-US" sz="2200" b="1" dirty="0">
                <a:solidFill>
                  <a:srgbClr val="002060"/>
                </a:solidFill>
              </a:rPr>
              <a:t> &lt;= 1000 ; ++</a:t>
            </a:r>
            <a:r>
              <a:rPr lang="en-US" sz="2200" b="1" dirty="0" err="1">
                <a:solidFill>
                  <a:srgbClr val="002060"/>
                </a:solidFill>
              </a:rPr>
              <a:t>i</a:t>
            </a:r>
            <a:r>
              <a:rPr lang="en-US" sz="2200" b="1" dirty="0">
                <a:solidFill>
                  <a:srgbClr val="002060"/>
                </a:solidFill>
              </a:rPr>
              <a:t>)</a:t>
            </a:r>
          </a:p>
          <a:p>
            <a:r>
              <a:rPr lang="en-US" sz="2200" b="1" dirty="0">
                <a:solidFill>
                  <a:srgbClr val="002060"/>
                </a:solidFill>
              </a:rPr>
              <a:t> </a:t>
            </a:r>
            <a:r>
              <a:rPr lang="en-US" sz="2200" b="1" dirty="0">
                <a:solidFill>
                  <a:srgbClr val="C00000"/>
                </a:solidFill>
              </a:rPr>
              <a:t>{</a:t>
            </a:r>
          </a:p>
          <a:p>
            <a:r>
              <a:rPr lang="en-US" sz="2200" b="1" dirty="0">
                <a:solidFill>
                  <a:srgbClr val="C00000"/>
                </a:solidFill>
              </a:rPr>
              <a:t>      if (</a:t>
            </a:r>
            <a:r>
              <a:rPr lang="en-US" sz="2200" b="1" dirty="0" err="1">
                <a:solidFill>
                  <a:srgbClr val="C00000"/>
                </a:solidFill>
              </a:rPr>
              <a:t>i</a:t>
            </a:r>
            <a:r>
              <a:rPr lang="en-US" sz="2200" b="1" dirty="0">
                <a:solidFill>
                  <a:srgbClr val="C00000"/>
                </a:solidFill>
              </a:rPr>
              <a:t> % 7 != 0) </a:t>
            </a:r>
            <a:r>
              <a:rPr lang="en-US" sz="2200" b="1" dirty="0">
                <a:solidFill>
                  <a:srgbClr val="002060"/>
                </a:solidFill>
              </a:rPr>
              <a:t>{</a:t>
            </a:r>
          </a:p>
          <a:p>
            <a:r>
              <a:rPr lang="en-US" sz="2200" dirty="0"/>
              <a:t>          </a:t>
            </a:r>
            <a:r>
              <a:rPr lang="en-US" sz="2200" b="1" dirty="0">
                <a:solidFill>
                  <a:srgbClr val="002060"/>
                </a:solidFill>
              </a:rPr>
              <a:t>sum += </a:t>
            </a:r>
            <a:r>
              <a:rPr lang="en-US" sz="2200" b="1" dirty="0" err="1">
                <a:solidFill>
                  <a:srgbClr val="002060"/>
                </a:solidFill>
              </a:rPr>
              <a:t>i</a:t>
            </a:r>
            <a:r>
              <a:rPr lang="en-US" sz="2200" b="1" dirty="0">
                <a:solidFill>
                  <a:srgbClr val="002060"/>
                </a:solidFill>
              </a:rPr>
              <a:t>;</a:t>
            </a:r>
          </a:p>
          <a:p>
            <a:r>
              <a:rPr lang="en-US" sz="2200" b="1" dirty="0">
                <a:solidFill>
                  <a:srgbClr val="002060"/>
                </a:solidFill>
              </a:rPr>
              <a:t>                          }</a:t>
            </a:r>
          </a:p>
          <a:p>
            <a:r>
              <a:rPr lang="en-US" sz="2200" b="1" dirty="0">
                <a:solidFill>
                  <a:srgbClr val="C00000"/>
                </a:solidFill>
              </a:rPr>
              <a:t>  }</a:t>
            </a:r>
          </a:p>
          <a:p>
            <a:r>
              <a:rPr lang="en-US" sz="2200" b="1" dirty="0">
                <a:solidFill>
                  <a:srgbClr val="C00000"/>
                </a:solidFill>
              </a:rPr>
              <a:t>cout</a:t>
            </a:r>
            <a:r>
              <a:rPr lang="en-US" sz="2200" dirty="0"/>
              <a:t> &lt;&lt; "\</a:t>
            </a:r>
            <a:r>
              <a:rPr lang="en-US" sz="2200" dirty="0" err="1"/>
              <a:t>nThe</a:t>
            </a:r>
            <a:r>
              <a:rPr lang="en-US" sz="2200" dirty="0"/>
              <a:t> sum is " &lt;&lt; </a:t>
            </a:r>
            <a:r>
              <a:rPr lang="en-US" sz="2200" b="1" dirty="0">
                <a:solidFill>
                  <a:srgbClr val="C00000"/>
                </a:solidFill>
              </a:rPr>
              <a:t>sum</a:t>
            </a:r>
            <a:r>
              <a:rPr lang="en-US" sz="2200" dirty="0"/>
              <a:t> &lt;&lt; </a:t>
            </a:r>
            <a:r>
              <a:rPr lang="en-US" sz="2200" dirty="0" err="1"/>
              <a:t>endl</a:t>
            </a:r>
            <a:r>
              <a:rPr lang="en-US" sz="2200" dirty="0"/>
              <a:t>; </a:t>
            </a:r>
            <a:r>
              <a:rPr lang="en-US" sz="2200" dirty="0">
                <a:solidFill>
                  <a:srgbClr val="00B050"/>
                </a:solidFill>
              </a:rPr>
              <a:t>// display the sum</a:t>
            </a:r>
          </a:p>
          <a:p>
            <a:endParaRPr lang="en-US" sz="2200" dirty="0"/>
          </a:p>
          <a:p>
            <a:r>
              <a:rPr lang="en-US" sz="2200" dirty="0"/>
              <a:t>        </a:t>
            </a:r>
            <a:r>
              <a:rPr lang="en-US" sz="2200" b="1" dirty="0">
                <a:solidFill>
                  <a:srgbClr val="002060"/>
                </a:solidFill>
              </a:rPr>
              <a:t>return 0;</a:t>
            </a:r>
          </a:p>
          <a:p>
            <a:r>
              <a:rPr lang="en-US" sz="2200" b="1" dirty="0">
                <a:solidFill>
                  <a:srgbClr val="002060"/>
                </a:solidFill>
              </a:rPr>
              <a:t>}</a:t>
            </a:r>
          </a:p>
        </p:txBody>
      </p:sp>
    </p:spTree>
    <p:extLst>
      <p:ext uri="{BB962C8B-B14F-4D97-AF65-F5344CB8AC3E}">
        <p14:creationId xmlns:p14="http://schemas.microsoft.com/office/powerpoint/2010/main" val="680538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79263" cy="5676901"/>
          </a:xfrm>
          <a:prstGeom prst="rect">
            <a:avLst/>
          </a:prstGeom>
        </p:spPr>
      </p:pic>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6" name="Picture 5" descr="&lt;strong&gt;Thank you PNG&lt;/strong&gt;"/>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28373" y="3928010"/>
            <a:ext cx="3543824" cy="885956"/>
          </a:xfrm>
          <a:prstGeom prst="rect">
            <a:avLst/>
          </a:prstGeom>
        </p:spPr>
      </p:pic>
      <p:pic>
        <p:nvPicPr>
          <p:cNvPr id="2" name="Picture 1">
            <a:extLst>
              <a:ext uri="{FF2B5EF4-FFF2-40B4-BE49-F238E27FC236}">
                <a16:creationId xmlns:a16="http://schemas.microsoft.com/office/drawing/2014/main" id="{DCB2DC1F-F7EA-6225-D949-BFC44BE51E80}"/>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8543290" y="1005839"/>
            <a:ext cx="2713990" cy="978923"/>
          </a:xfrm>
          <a:prstGeom prst="rect">
            <a:avLst/>
          </a:prstGeom>
          <a:noFill/>
          <a:ln>
            <a:noFill/>
          </a:ln>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Dividend">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Status xmlns="71af3243-3dd4-4a8d-8c0d-dd76da1f02a5">Not started</Statu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b385d60f68dd989dca1fdc827799d85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911b479caf7b199da365455750e4572"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FC8A1C-A436-42C0-AC33-FAFFFAF219BC}">
  <ds:schemaRefs>
    <ds:schemaRef ds:uri="http://schemas.microsoft.com/sharepoint/v3/contenttype/forms"/>
  </ds:schemaRefs>
</ds:datastoreItem>
</file>

<file path=customXml/itemProps2.xml><?xml version="1.0" encoding="utf-8"?>
<ds:datastoreItem xmlns:ds="http://schemas.openxmlformats.org/officeDocument/2006/customXml" ds:itemID="{FF5C8BF1-B0E4-49A1-808F-40F2AD30E743}">
  <ds:schemaRefs>
    <ds:schemaRef ds:uri="http://schemas.microsoft.com/office/2006/metadata/properties"/>
    <ds:schemaRef ds:uri="http://purl.org/dc/elements/1.1/"/>
    <ds:schemaRef ds:uri="http://purl.org/dc/terms/"/>
    <ds:schemaRef ds:uri="http://schemas.microsoft.com/office/2006/documentManagement/types"/>
    <ds:schemaRef ds:uri="http://www.w3.org/XML/1998/namespace"/>
    <ds:schemaRef ds:uri="http://schemas.microsoft.com/office/infopath/2007/PartnerControls"/>
    <ds:schemaRef ds:uri="http://purl.org/dc/dcmitype/"/>
    <ds:schemaRef ds:uri="http://schemas.openxmlformats.org/package/2006/metadata/core-properties"/>
    <ds:schemaRef ds:uri="16c05727-aa75-4e4a-9b5f-8a80a1165891"/>
    <ds:schemaRef ds:uri="71af3243-3dd4-4a8d-8c0d-dd76da1f02a5"/>
  </ds:schemaRefs>
</ds:datastoreItem>
</file>

<file path=customXml/itemProps3.xml><?xml version="1.0" encoding="utf-8"?>
<ds:datastoreItem xmlns:ds="http://schemas.openxmlformats.org/officeDocument/2006/customXml" ds:itemID="{E3852F5D-AAE7-473B-9767-8875B60BC6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design</Template>
  <TotalTime>1317</TotalTime>
  <Words>1110</Words>
  <Application>Microsoft Office PowerPoint</Application>
  <PresentationFormat>Widescreen</PresentationFormat>
  <Paragraphs>165</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euclid_circular_a</vt:lpstr>
      <vt:lpstr>Gill Sans MT</vt:lpstr>
      <vt:lpstr>Times New Roman</vt:lpstr>
      <vt:lpstr>Wingdings</vt:lpstr>
      <vt:lpstr>Wingdings 2</vt:lpstr>
      <vt:lpstr>Dividend</vt:lpstr>
      <vt:lpstr>Lecture 5     loops</vt:lpstr>
      <vt:lpstr>Course Learning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 Break and Continue</vt:lpstr>
      <vt:lpstr>C++ Break and Continue</vt:lpstr>
      <vt:lpstr>Break and Continue in While Loop</vt:lpstr>
      <vt:lpstr>Break and Continue in While Loop</vt:lpstr>
      <vt:lpstr>Example</vt:lpstr>
      <vt:lpstr>Example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DR-Yasser Elawady</dc:creator>
  <cp:lastModifiedBy>أبو مالك هيثم الغريب</cp:lastModifiedBy>
  <cp:revision>39</cp:revision>
  <dcterms:created xsi:type="dcterms:W3CDTF">2020-10-08T13:37:14Z</dcterms:created>
  <dcterms:modified xsi:type="dcterms:W3CDTF">2025-11-27T12:08:15Z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